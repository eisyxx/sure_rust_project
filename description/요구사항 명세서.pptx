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6"/>
  </p:notesMasterIdLst>
  <p:sldIdLst>
    <p:sldId id="295" r:id="rId2"/>
    <p:sldId id="325" r:id="rId3"/>
    <p:sldId id="299" r:id="rId4"/>
    <p:sldId id="324" r:id="rId5"/>
  </p:sldIdLst>
  <p:sldSz cx="9144000" cy="6858000" type="screen4x3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993" autoAdjust="0"/>
    <p:restoredTop sz="85393" autoAdjust="0"/>
  </p:normalViewPr>
  <p:slideViewPr>
    <p:cSldViewPr snapToGrid="0">
      <p:cViewPr varScale="1">
        <p:scale>
          <a:sx n="104" d="100"/>
          <a:sy n="104" d="100"/>
        </p:scale>
        <p:origin x="870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3BB4946-E401-4AF9-AC0C-BFE66E828B0B}" type="datetimeFigureOut">
              <a:rPr lang="ko-KR" altLang="en-US" smtClean="0"/>
              <a:t>2026-03-23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D34C83D-584B-4249-972A-AD963DFCA10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823053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1371600" y="1143000"/>
            <a:ext cx="4114800" cy="3086100"/>
          </a:xfr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x-none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EB96979-5F90-1E49-80BF-7D3DAEE95EFC}" type="slidenum">
              <a:rPr kumimoji="1" lang="x-none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110004020202020204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1" lang="x-none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3192477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kumimoji="0" lang="ko-KR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나눔스퀘어 네오 OTF Regular" panose="00000500000000000000" pitchFamily="50" charset="-127"/>
                <a:ea typeface="나눔스퀘어 네오 OTF Regular" panose="00000500000000000000" pitchFamily="50" charset="-127"/>
                <a:cs typeface="+mn-cs"/>
              </a:rPr>
              <a:t>보완 방안 찾지 못할 경우 공통 테스트 기법 </a:t>
            </a:r>
            <a:r>
              <a:rPr kumimoji="0" lang="en-US" altLang="ko-KR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나눔스퀘어 네오 OTF Regular" panose="00000500000000000000" pitchFamily="50" charset="-127"/>
                <a:ea typeface="나눔스퀘어 네오 OTF Regular" panose="00000500000000000000" pitchFamily="50" charset="-127"/>
                <a:cs typeface="+mn-cs"/>
              </a:rPr>
              <a:t>- cargo</a:t>
            </a:r>
            <a:r>
              <a:rPr kumimoji="0" lang="ko-KR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나눔스퀘어 네오 OTF Regular" panose="00000500000000000000" pitchFamily="50" charset="-127"/>
                <a:ea typeface="나눔스퀘어 네오 OTF Regular" panose="00000500000000000000" pitchFamily="50" charset="-127"/>
                <a:cs typeface="+mn-cs"/>
              </a:rPr>
              <a:t>에 </a:t>
            </a:r>
            <a:r>
              <a:rPr kumimoji="0" lang="en-US" altLang="ko-KR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나눔스퀘어 네오 OTF Regular" panose="00000500000000000000" pitchFamily="50" charset="-127"/>
                <a:ea typeface="나눔스퀘어 네오 OTF Regular" panose="00000500000000000000" pitchFamily="50" charset="-127"/>
                <a:cs typeface="+mn-cs"/>
              </a:rPr>
              <a:t>“</a:t>
            </a:r>
            <a:r>
              <a:rPr kumimoji="0" lang="en-US" altLang="ko-KR" sz="12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나눔스퀘어 네오 OTF Regular" panose="00000500000000000000" pitchFamily="50" charset="-127"/>
                <a:ea typeface="나눔스퀘어 네오 OTF Regular" panose="00000500000000000000" pitchFamily="50" charset="-127"/>
                <a:cs typeface="+mn-cs"/>
              </a:rPr>
              <a:t>ustc</a:t>
            </a:r>
            <a:r>
              <a:rPr kumimoji="0" lang="en-US" altLang="ko-KR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나눔스퀘어 네오 OTF Regular" panose="00000500000000000000" pitchFamily="50" charset="-127"/>
                <a:ea typeface="나눔스퀘어 네오 OTF Regular" panose="00000500000000000000" pitchFamily="50" charset="-127"/>
                <a:cs typeface="+mn-cs"/>
              </a:rPr>
              <a:t> --test </a:t>
            </a:r>
            <a:r>
              <a:rPr kumimoji="0" lang="ko-KR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나눔스퀘어 네오 OTF Regular" panose="00000500000000000000" pitchFamily="50" charset="-127"/>
                <a:ea typeface="나눔스퀘어 네오 OTF Regular" panose="00000500000000000000" pitchFamily="50" charset="-127"/>
                <a:cs typeface="+mn-cs"/>
              </a:rPr>
              <a:t>명령어를 통해 </a:t>
            </a:r>
            <a:r>
              <a:rPr kumimoji="0" lang="en-US" altLang="ko-KR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나눔스퀘어 네오 OTF Regular" panose="00000500000000000000" pitchFamily="50" charset="-127"/>
                <a:ea typeface="나눔스퀘어 네오 OTF Regular" panose="00000500000000000000" pitchFamily="50" charset="-127"/>
                <a:cs typeface="+mn-cs"/>
              </a:rPr>
              <a:t>cargo</a:t>
            </a:r>
            <a:r>
              <a:rPr kumimoji="0" lang="ko-KR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나눔스퀘어 네오 OTF Regular" panose="00000500000000000000" pitchFamily="50" charset="-127"/>
                <a:ea typeface="나눔스퀘어 네오 OTF Regular" panose="00000500000000000000" pitchFamily="50" charset="-127"/>
                <a:cs typeface="+mn-cs"/>
              </a:rPr>
              <a:t>를 사용하지 않고 테스트하는 방법도 있으나</a:t>
            </a:r>
            <a:r>
              <a:rPr kumimoji="0" lang="en-US" altLang="ko-KR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나눔스퀘어 네오 OTF Regular" panose="00000500000000000000" pitchFamily="50" charset="-127"/>
                <a:ea typeface="나눔스퀘어 네오 OTF Regular" panose="00000500000000000000" pitchFamily="50" charset="-127"/>
                <a:cs typeface="+mn-cs"/>
              </a:rPr>
              <a:t>, cargo</a:t>
            </a:r>
            <a:r>
              <a:rPr kumimoji="0" lang="ko-KR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나눔스퀘어 네오 OTF Regular" panose="00000500000000000000" pitchFamily="50" charset="-127"/>
                <a:ea typeface="나눔스퀘어 네오 OTF Regular" panose="00000500000000000000" pitchFamily="50" charset="-127"/>
                <a:cs typeface="+mn-cs"/>
              </a:rPr>
              <a:t>가 내부적으로 자동 실행하는 것들을 수동으로 실행해야 한다는 점에서 매우 번거롭다</a:t>
            </a:r>
            <a:r>
              <a:rPr kumimoji="0" lang="en-US" altLang="ko-KR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나눔스퀘어 네오 OTF Regular" panose="00000500000000000000" pitchFamily="50" charset="-127"/>
                <a:ea typeface="나눔스퀘어 네오 OTF Regular" panose="00000500000000000000" pitchFamily="50" charset="-127"/>
                <a:cs typeface="+mn-cs"/>
              </a:rPr>
              <a:t>” </a:t>
            </a:r>
            <a:r>
              <a:rPr kumimoji="0" lang="ko-KR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나눔스퀘어 네오 OTF Regular" panose="00000500000000000000" pitchFamily="50" charset="-127"/>
                <a:ea typeface="나눔스퀘어 네오 OTF Regular" panose="00000500000000000000" pitchFamily="50" charset="-127"/>
                <a:cs typeface="+mn-cs"/>
              </a:rPr>
              <a:t>문장 추가</a:t>
            </a:r>
            <a:endParaRPr kumimoji="0" lang="en-US" altLang="ko-KR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나눔스퀘어 네오 OTF Regular" panose="00000500000000000000" pitchFamily="50" charset="-127"/>
              <a:ea typeface="나눔스퀘어 네오 OTF Regular" panose="00000500000000000000" pitchFamily="50" charset="-127"/>
              <a:cs typeface="+mn-cs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D34C83D-584B-4249-972A-AD963DFCA100}" type="slidenum">
              <a:rPr lang="ko-KR" altLang="en-US" smtClean="0"/>
              <a:t>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4695945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1371600" y="1143000"/>
            <a:ext cx="4114800" cy="3086100"/>
          </a:xfr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x-none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EB96979-5F90-1E49-80BF-7D3DAEE95EFC}" type="slidenum">
              <a:rPr kumimoji="1" lang="x-none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110004020202020204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</a:t>
            </a:fld>
            <a:endParaRPr kumimoji="1" lang="x-none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57077783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1371600" y="1143000"/>
            <a:ext cx="4114800" cy="3086100"/>
          </a:xfr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x-none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EB96979-5F90-1E49-80BF-7D3DAEE95EFC}" type="slidenum">
              <a:rPr kumimoji="1" lang="x-none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110004020202020204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1" lang="x-none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3998828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Relationship Id="rId5" Type="http://schemas.microsoft.com/office/2007/relationships/hdphoto" Target="../media/hdphoto1.wdp"/><Relationship Id="rId4" Type="http://schemas.openxmlformats.org/officeDocument/2006/relationships/image" Target="../media/image7.png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_회사소개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래픽 5">
            <a:extLst>
              <a:ext uri="{FF2B5EF4-FFF2-40B4-BE49-F238E27FC236}">
                <a16:creationId xmlns:a16="http://schemas.microsoft.com/office/drawing/2014/main" id="{DDB5D08C-E48C-33C0-A5BA-BC4E9AF4A02C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26029" t="-23096" r="230" b="-1"/>
          <a:stretch/>
        </p:blipFill>
        <p:spPr>
          <a:xfrm>
            <a:off x="0" y="548649"/>
            <a:ext cx="9144000" cy="5820169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7814D345-D555-88F0-06BF-4E492E2445C0}"/>
              </a:ext>
            </a:extLst>
          </p:cNvPr>
          <p:cNvSpPr txBox="1"/>
          <p:nvPr userDrawn="1"/>
        </p:nvSpPr>
        <p:spPr>
          <a:xfrm>
            <a:off x="3639566" y="589082"/>
            <a:ext cx="186487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200" dirty="0">
                <a:solidFill>
                  <a:schemeClr val="tx2"/>
                </a:solidFill>
                <a:latin typeface="나눔스퀘어 네오 OTF ExtraBold" panose="00000900000000000000" pitchFamily="50" charset="-127"/>
                <a:ea typeface="나눔스퀘어 네오 OTF ExtraBold" panose="00000900000000000000" pitchFamily="50" charset="-127"/>
              </a:rPr>
              <a:t>Software for Safe World</a:t>
            </a:r>
            <a:endParaRPr lang="ko-KR" altLang="en-US" sz="1200" dirty="0">
              <a:solidFill>
                <a:schemeClr val="tx2"/>
              </a:solidFill>
              <a:latin typeface="나눔스퀘어 네오 OTF ExtraBold" panose="00000900000000000000" pitchFamily="50" charset="-127"/>
              <a:ea typeface="나눔스퀘어 네오 OTF ExtraBold" panose="00000900000000000000" pitchFamily="50" charset="-127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2D09B5B-ADA0-CFD7-4AA6-5C75669BB7A5}"/>
              </a:ext>
            </a:extLst>
          </p:cNvPr>
          <p:cNvSpPr txBox="1"/>
          <p:nvPr/>
        </p:nvSpPr>
        <p:spPr>
          <a:xfrm>
            <a:off x="5229736" y="6301432"/>
            <a:ext cx="3554114" cy="224036"/>
          </a:xfrm>
          <a:prstGeom prst="rect">
            <a:avLst/>
          </a:prstGeom>
          <a:ln>
            <a:noFill/>
          </a:ln>
        </p:spPr>
        <p:txBody>
          <a:bodyPr vert="horz" wrap="square" lIns="90000" tIns="45720" rIns="0" bIns="45720" rtlCol="0">
            <a:spAutoFit/>
          </a:bodyPr>
          <a:lstStyle>
            <a:lvl1pPr marR="0" lvl="0" indent="0" algn="r" defTabSz="914377" fontAlgn="auto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lang="ko-KR" altLang="en-US" sz="1200" b="0" i="0" u="none" strike="noStrike" cap="none" spc="0" normalizeH="0" baseline="0">
                <a:ln>
                  <a:noFill/>
                </a:ln>
                <a:solidFill>
                  <a:schemeClr val="bg1">
                    <a:alpha val="60000"/>
                  </a:schemeClr>
                </a:solidFill>
                <a:effectLst/>
                <a:uLnTx/>
                <a:uFillTx/>
                <a:latin typeface="Segoe UI" panose="020B0502040204020203" pitchFamily="34" charset="0"/>
                <a:ea typeface="맑은 고딕" panose="020B0503020000020004" pitchFamily="50" charset="-127"/>
                <a:cs typeface="Segoe UI" panose="020B0502040204020203" pitchFamily="34" charset="0"/>
              </a:defRPr>
            </a:lvl1pPr>
            <a:lvl2pPr marL="265113" marR="0" indent="-265113" defTabSz="914377" fontAlgn="auto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§"/>
              <a:tabLst>
                <a:tab pos="0" algn="l"/>
                <a:tab pos="265113" algn="l"/>
              </a:tabLst>
              <a:defRPr kumimoji="0" lang="ko-KR" altLang="en-US" sz="1600" b="0" i="0" u="none" strike="noStrike" cap="none" spc="0" normalizeH="0" baseline="0">
                <a:ln>
                  <a:noFill/>
                </a:ln>
                <a:solidFill>
                  <a:srgbClr val="262626">
                    <a:lumMod val="85000"/>
                    <a:lumOff val="15000"/>
                  </a:srgbClr>
                </a:solidFill>
                <a:effectLst/>
                <a:uLnTx/>
                <a:uFillTx/>
                <a:latin typeface="Segoe UI" panose="020B0502040204020203" pitchFamily="34" charset="0"/>
                <a:ea typeface="맑은 고딕" panose="020B0503020000020004" pitchFamily="50" charset="-127"/>
                <a:cs typeface="Segoe UI" panose="020B0502040204020203" pitchFamily="34" charset="0"/>
              </a:defRPr>
            </a:lvl2pPr>
            <a:lvl3pPr marL="623888" marR="0" indent="-265113" defTabSz="628635" fontAlgn="auto">
              <a:lnSpc>
                <a:spcPct val="120000"/>
              </a:lnSpc>
              <a:spcBef>
                <a:spcPts val="500"/>
              </a:spcBef>
              <a:spcAft>
                <a:spcPts val="500"/>
              </a:spcAft>
              <a:buClrTx/>
              <a:buSzTx/>
              <a:buFont typeface="Arial" panose="020B0604020202020204" pitchFamily="34" charset="0"/>
              <a:buChar char="•"/>
              <a:tabLst>
                <a:tab pos="444500" algn="l"/>
              </a:tabLst>
              <a:defRPr kumimoji="0" lang="ko-KR" altLang="en-US" sz="1400" b="0" i="0" u="none" strike="noStrike" cap="none" spc="0" normalizeH="0" baseline="0">
                <a:ln>
                  <a:noFill/>
                </a:ln>
                <a:solidFill>
                  <a:srgbClr val="262626">
                    <a:lumMod val="85000"/>
                    <a:lumOff val="15000"/>
                  </a:srgbClr>
                </a:solidFill>
                <a:effectLst/>
                <a:uLnTx/>
                <a:uFillTx/>
                <a:latin typeface="Segoe UI" panose="020B0502040204020203" pitchFamily="34" charset="0"/>
                <a:ea typeface="맑은 고딕" panose="020B0503020000020004" pitchFamily="50" charset="-127"/>
                <a:cs typeface="Segoe UI" panose="020B0502040204020203" pitchFamily="34" charset="0"/>
              </a:defRPr>
            </a:lvl3pPr>
            <a:lvl4pPr marL="982663" marR="0" indent="-265113" defTabSz="914377" fontAlgn="auto">
              <a:lnSpc>
                <a:spcPct val="120000"/>
              </a:lnSpc>
              <a:spcBef>
                <a:spcPts val="500"/>
              </a:spcBef>
              <a:spcAft>
                <a:spcPts val="500"/>
              </a:spcAft>
              <a:buClrTx/>
              <a:buSzTx/>
              <a:buFont typeface="SpoqaHanSans-Regular" panose="020B0500000000000000" pitchFamily="50" charset="-127"/>
              <a:buChar char="-"/>
              <a:tabLst>
                <a:tab pos="444500" algn="l"/>
              </a:tabLst>
              <a:defRPr kumimoji="0" lang="ko-KR" altLang="en-US" sz="1200" b="0" i="0" u="none" strike="noStrike" cap="none" spc="0" normalizeH="0" baseline="0">
                <a:ln>
                  <a:noFill/>
                </a:ln>
                <a:solidFill>
                  <a:srgbClr val="262626">
                    <a:lumMod val="85000"/>
                    <a:lumOff val="15000"/>
                  </a:srgbClr>
                </a:solidFill>
                <a:effectLst/>
                <a:uLnTx/>
                <a:uFillTx/>
                <a:latin typeface="Segoe UI" panose="020B0502040204020203" pitchFamily="34" charset="0"/>
                <a:ea typeface="맑은 고딕" panose="020B0503020000020004" pitchFamily="50" charset="-127"/>
                <a:cs typeface="Segoe UI" panose="020B0502040204020203" pitchFamily="34" charset="0"/>
              </a:defRPr>
            </a:lvl4pPr>
            <a:lvl5pPr marL="1341438" marR="0" indent="-265113" defTabSz="581011" fontAlgn="auto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맑은 고딕" panose="020B0503020000020004" pitchFamily="50" charset="-127"/>
              <a:buChar char="-"/>
              <a:tabLst/>
              <a:defRPr kumimoji="0" lang="en-US" altLang="en-US" sz="1050" b="0" i="0" u="none" strike="noStrike" cap="none" spc="0" normalizeH="0" baseline="0">
                <a:ln>
                  <a:noFill/>
                </a:ln>
                <a:solidFill>
                  <a:srgbClr val="262626">
                    <a:lumMod val="85000"/>
                    <a:lumOff val="15000"/>
                  </a:srgbClr>
                </a:solidFill>
                <a:effectLst/>
                <a:uLnTx/>
                <a:uFillTx/>
                <a:latin typeface="Segoe UI" panose="020B0502040204020203" pitchFamily="34" charset="0"/>
                <a:ea typeface="맑은 고딕" panose="020B0503020000020004" pitchFamily="50" charset="-127"/>
                <a:cs typeface="Segoe UI" panose="020B0502040204020203" pitchFamily="34" charset="0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/>
            <a:r>
              <a:rPr lang="en-US" altLang="x-none" sz="951" b="0" i="0" spc="-31" baseline="0" dirty="0">
                <a:solidFill>
                  <a:schemeClr val="tx1">
                    <a:lumMod val="85000"/>
                    <a:lumOff val="15000"/>
                    <a:alpha val="60000"/>
                  </a:schemeClr>
                </a:solidFill>
                <a:latin typeface="+mn-ea"/>
                <a:ea typeface="+mn-ea"/>
              </a:rPr>
              <a:t>ⓒ 2026. </a:t>
            </a:r>
            <a:r>
              <a:rPr lang="en-US" altLang="x-none" sz="951" b="0" i="0" spc="-31" baseline="0" dirty="0" err="1">
                <a:solidFill>
                  <a:schemeClr val="tx1">
                    <a:lumMod val="85000"/>
                    <a:lumOff val="15000"/>
                    <a:alpha val="60000"/>
                  </a:schemeClr>
                </a:solidFill>
                <a:latin typeface="+mn-ea"/>
                <a:ea typeface="+mn-ea"/>
              </a:rPr>
              <a:t>Suresofttech</a:t>
            </a:r>
            <a:r>
              <a:rPr lang="en-US" altLang="x-none" sz="951" b="0" i="0" spc="-31" baseline="0" dirty="0">
                <a:solidFill>
                  <a:schemeClr val="tx1">
                    <a:lumMod val="85000"/>
                    <a:lumOff val="15000"/>
                    <a:alpha val="60000"/>
                  </a:schemeClr>
                </a:solidFill>
                <a:latin typeface="+mn-ea"/>
                <a:ea typeface="+mn-ea"/>
              </a:rPr>
              <a:t> Inc. All rights reserved.</a:t>
            </a:r>
            <a:endParaRPr lang="x-none" altLang="en-US" sz="951" b="0" i="0" spc="-31" baseline="0" dirty="0">
              <a:solidFill>
                <a:schemeClr val="tx1">
                  <a:lumMod val="85000"/>
                  <a:lumOff val="15000"/>
                  <a:alpha val="60000"/>
                </a:schemeClr>
              </a:solidFill>
              <a:latin typeface="+mn-ea"/>
              <a:ea typeface="+mn-ea"/>
            </a:endParaRPr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1E16F30B-7B23-5E67-2F65-ACE294D3C093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25801" y="2928572"/>
            <a:ext cx="2692402" cy="276030"/>
          </a:xfrm>
          <a:prstGeom prst="rect">
            <a:avLst/>
          </a:prstGeom>
        </p:spPr>
      </p:pic>
      <p:sp>
        <p:nvSpPr>
          <p:cNvPr id="4" name="Title 1">
            <a:extLst>
              <a:ext uri="{FF2B5EF4-FFF2-40B4-BE49-F238E27FC236}">
                <a16:creationId xmlns:a16="http://schemas.microsoft.com/office/drawing/2014/main" id="{FFFE917F-F11C-4666-F5C4-660B12F9234A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392381" y="3339647"/>
            <a:ext cx="6359238" cy="313932"/>
          </a:xfrm>
          <a:noFill/>
        </p:spPr>
        <p:txBody>
          <a:bodyPr wrap="square" rtlCol="0">
            <a:spAutoFit/>
          </a:bodyPr>
          <a:lstStyle>
            <a:lvl1pPr algn="ctr">
              <a:defRPr lang="en-US" sz="1600" spc="-71" dirty="0">
                <a:cs typeface="+mn-cs"/>
              </a:defRPr>
            </a:lvl1pPr>
          </a:lstStyle>
          <a:p>
            <a:pPr marL="0" lvl="0" algn="ctr" defTabSz="457189" latinLnBrk="0"/>
            <a:r>
              <a:rPr lang="ko-KR" altLang="en-US" dirty="0"/>
              <a:t>마스터 제목 편집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5755492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_기타문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래픽 6">
            <a:extLst>
              <a:ext uri="{FF2B5EF4-FFF2-40B4-BE49-F238E27FC236}">
                <a16:creationId xmlns:a16="http://schemas.microsoft.com/office/drawing/2014/main" id="{F00AA3A2-A2C8-3AC7-1600-A60BA226FA01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26029" t="-23096" r="230" b="-1"/>
          <a:stretch/>
        </p:blipFill>
        <p:spPr>
          <a:xfrm>
            <a:off x="0" y="548649"/>
            <a:ext cx="9144000" cy="5820169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685800" y="2866508"/>
            <a:ext cx="7772400" cy="452432"/>
          </a:xfrm>
        </p:spPr>
        <p:txBody>
          <a:bodyPr anchor="b">
            <a:spAutoFit/>
          </a:bodyPr>
          <a:lstStyle>
            <a:lvl1pPr algn="ctr">
              <a:defRPr sz="2600" spc="-100" baseline="0">
                <a:solidFill>
                  <a:schemeClr val="tx2"/>
                </a:solidFill>
              </a:defRPr>
            </a:lvl1pPr>
          </a:lstStyle>
          <a:p>
            <a:r>
              <a:rPr lang="ko-KR" altLang="en-US" dirty="0"/>
              <a:t>마스터 제목 편집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1143000" y="3347533"/>
            <a:ext cx="6858000" cy="358624"/>
          </a:xfrm>
          <a:prstGeom prst="rect">
            <a:avLst/>
          </a:prstGeom>
        </p:spPr>
        <p:txBody>
          <a:bodyPr>
            <a:spAutoFit/>
          </a:bodyPr>
          <a:lstStyle>
            <a:lvl1pPr marL="0" indent="0" algn="ctr">
              <a:buNone/>
              <a:defRPr sz="1600" spc="-71" baseline="0">
                <a:solidFill>
                  <a:schemeClr val="tx2">
                    <a:lumMod val="50000"/>
                  </a:schemeClr>
                </a:solidFill>
                <a:latin typeface="나눔스퀘어 네오 OTF ExtraBold" panose="00000900000000000000" pitchFamily="50" charset="-127"/>
                <a:ea typeface="나눔스퀘어 네오 OTF ExtraBold" panose="00000900000000000000" pitchFamily="50" charset="-127"/>
              </a:defRPr>
            </a:lvl1pPr>
            <a:lvl2pPr marL="457189" indent="0" algn="ctr">
              <a:buNone/>
              <a:defRPr sz="2000"/>
            </a:lvl2pPr>
            <a:lvl3pPr marL="914377" indent="0" algn="ctr">
              <a:buNone/>
              <a:defRPr sz="1800"/>
            </a:lvl3pPr>
            <a:lvl4pPr marL="1371566" indent="0" algn="ctr">
              <a:buNone/>
              <a:defRPr sz="1600"/>
            </a:lvl4pPr>
            <a:lvl5pPr marL="1828754" indent="0" algn="ctr">
              <a:buNone/>
              <a:defRPr sz="1600"/>
            </a:lvl5pPr>
            <a:lvl6pPr marL="2285943" indent="0" algn="ctr">
              <a:buNone/>
              <a:defRPr sz="1600"/>
            </a:lvl6pPr>
            <a:lvl7pPr marL="2743131" indent="0" algn="ctr">
              <a:buNone/>
              <a:defRPr sz="1600"/>
            </a:lvl7pPr>
            <a:lvl8pPr marL="3200320" indent="0" algn="ctr">
              <a:buNone/>
              <a:defRPr sz="1600"/>
            </a:lvl8pPr>
            <a:lvl9pPr marL="3657509" indent="0" algn="ctr">
              <a:buNone/>
              <a:defRPr sz="1600"/>
            </a:lvl9pPr>
          </a:lstStyle>
          <a:p>
            <a:r>
              <a:rPr lang="ko-KR" altLang="en-US" dirty="0"/>
              <a:t>클릭하여 마스터 부제목 편집</a:t>
            </a:r>
            <a:endParaRPr lang="en-US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AB7E129-3704-6D23-EF6B-D65E3083892B}"/>
              </a:ext>
            </a:extLst>
          </p:cNvPr>
          <p:cNvSpPr txBox="1"/>
          <p:nvPr userDrawn="1"/>
        </p:nvSpPr>
        <p:spPr>
          <a:xfrm>
            <a:off x="3706220" y="673223"/>
            <a:ext cx="1731564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100" dirty="0">
                <a:solidFill>
                  <a:schemeClr val="bg1">
                    <a:lumMod val="50000"/>
                  </a:schemeClr>
                </a:solidFill>
                <a:latin typeface="나눔스퀘어 네오 OTF ExtraBold" panose="00000900000000000000" pitchFamily="50" charset="-127"/>
                <a:ea typeface="나눔스퀘어 네오 OTF ExtraBold" panose="00000900000000000000" pitchFamily="50" charset="-127"/>
              </a:rPr>
              <a:t>Software for Safe World</a:t>
            </a:r>
            <a:endParaRPr lang="ko-KR" altLang="en-US" sz="1100" dirty="0">
              <a:solidFill>
                <a:schemeClr val="bg1">
                  <a:lumMod val="50000"/>
                </a:schemeClr>
              </a:solidFill>
              <a:latin typeface="나눔스퀘어 네오 OTF ExtraBold" panose="00000900000000000000" pitchFamily="50" charset="-127"/>
              <a:ea typeface="나눔스퀘어 네오 OTF ExtraBold" panose="00000900000000000000" pitchFamily="50" charset="-127"/>
            </a:endParaRPr>
          </a:p>
        </p:txBody>
      </p:sp>
      <p:pic>
        <p:nvPicPr>
          <p:cNvPr id="15" name="그림 14">
            <a:extLst>
              <a:ext uri="{FF2B5EF4-FFF2-40B4-BE49-F238E27FC236}">
                <a16:creationId xmlns:a16="http://schemas.microsoft.com/office/drawing/2014/main" id="{302C2962-13CA-67D6-7DB9-C31BEE4A5A4E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25902" y="506246"/>
            <a:ext cx="1092200" cy="111974"/>
          </a:xfrm>
          <a:prstGeom prst="rect">
            <a:avLst/>
          </a:prstGeom>
        </p:spPr>
      </p:pic>
      <p:sp>
        <p:nvSpPr>
          <p:cNvPr id="25" name="TextBox 24">
            <a:extLst>
              <a:ext uri="{FF2B5EF4-FFF2-40B4-BE49-F238E27FC236}">
                <a16:creationId xmlns:a16="http://schemas.microsoft.com/office/drawing/2014/main" id="{88C79F16-CE91-413D-96B1-8646B8829D68}"/>
              </a:ext>
            </a:extLst>
          </p:cNvPr>
          <p:cNvSpPr txBox="1"/>
          <p:nvPr/>
        </p:nvSpPr>
        <p:spPr>
          <a:xfrm>
            <a:off x="5229736" y="6301432"/>
            <a:ext cx="3554114" cy="224036"/>
          </a:xfrm>
          <a:prstGeom prst="rect">
            <a:avLst/>
          </a:prstGeom>
          <a:ln>
            <a:noFill/>
          </a:ln>
        </p:spPr>
        <p:txBody>
          <a:bodyPr vert="horz" wrap="square" lIns="90000" tIns="45720" rIns="0" bIns="45720" rtlCol="0">
            <a:spAutoFit/>
          </a:bodyPr>
          <a:lstStyle>
            <a:defPPr>
              <a:defRPr lang="en-US"/>
            </a:defPPr>
            <a:lvl1pPr marR="0" lvl="0" indent="0" algn="r" defTabSz="914377" fontAlgn="auto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950" b="0" i="0" u="none" strike="noStrike" cap="none" spc="-30" normalizeH="0" baseline="0">
                <a:ln>
                  <a:noFill/>
                </a:ln>
                <a:solidFill>
                  <a:schemeClr val="tx1">
                    <a:lumMod val="85000"/>
                    <a:lumOff val="15000"/>
                    <a:alpha val="60000"/>
                  </a:schemeClr>
                </a:solidFill>
                <a:effectLst/>
                <a:uLnTx/>
                <a:uFillTx/>
                <a:latin typeface="+mn-ea"/>
                <a:cs typeface="Segoe UI" panose="020B0502040204020203" pitchFamily="34" charset="0"/>
              </a:defRPr>
            </a:lvl1pPr>
            <a:lvl2pPr marL="265113" marR="0" indent="-265113" defTabSz="914377" fontAlgn="auto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§"/>
              <a:tabLst>
                <a:tab pos="0" algn="l"/>
                <a:tab pos="265113" algn="l"/>
              </a:tabLst>
              <a:defRPr kumimoji="0" sz="1600" b="0" i="0" u="none" strike="noStrike" cap="none" spc="0" normalizeH="0" baseline="0">
                <a:ln>
                  <a:noFill/>
                </a:ln>
                <a:solidFill>
                  <a:srgbClr val="262626">
                    <a:lumMod val="85000"/>
                    <a:lumOff val="15000"/>
                  </a:srgbClr>
                </a:solidFill>
                <a:effectLst/>
                <a:uLnTx/>
                <a:uFillTx/>
                <a:latin typeface="Segoe UI" panose="020B0502040204020203" pitchFamily="34" charset="0"/>
                <a:ea typeface="맑은 고딕" panose="020B0503020000020004" pitchFamily="50" charset="-127"/>
                <a:cs typeface="Segoe UI" panose="020B0502040204020203" pitchFamily="34" charset="0"/>
              </a:defRPr>
            </a:lvl2pPr>
            <a:lvl3pPr marL="623888" marR="0" indent="-265113" defTabSz="628635" fontAlgn="auto">
              <a:lnSpc>
                <a:spcPct val="120000"/>
              </a:lnSpc>
              <a:spcBef>
                <a:spcPts val="500"/>
              </a:spcBef>
              <a:spcAft>
                <a:spcPts val="500"/>
              </a:spcAft>
              <a:buClrTx/>
              <a:buSzTx/>
              <a:buFont typeface="Arial" panose="020B0604020202020204" pitchFamily="34" charset="0"/>
              <a:buChar char="•"/>
              <a:tabLst>
                <a:tab pos="444500" algn="l"/>
              </a:tabLst>
              <a:defRPr kumimoji="0" sz="1400" b="0" i="0" u="none" strike="noStrike" cap="none" spc="0" normalizeH="0" baseline="0">
                <a:ln>
                  <a:noFill/>
                </a:ln>
                <a:solidFill>
                  <a:srgbClr val="262626">
                    <a:lumMod val="85000"/>
                    <a:lumOff val="15000"/>
                  </a:srgbClr>
                </a:solidFill>
                <a:effectLst/>
                <a:uLnTx/>
                <a:uFillTx/>
                <a:latin typeface="Segoe UI" panose="020B0502040204020203" pitchFamily="34" charset="0"/>
                <a:ea typeface="맑은 고딕" panose="020B0503020000020004" pitchFamily="50" charset="-127"/>
                <a:cs typeface="Segoe UI" panose="020B0502040204020203" pitchFamily="34" charset="0"/>
              </a:defRPr>
            </a:lvl3pPr>
            <a:lvl4pPr marL="982663" marR="0" indent="-265113" defTabSz="914377" fontAlgn="auto">
              <a:lnSpc>
                <a:spcPct val="120000"/>
              </a:lnSpc>
              <a:spcBef>
                <a:spcPts val="500"/>
              </a:spcBef>
              <a:spcAft>
                <a:spcPts val="500"/>
              </a:spcAft>
              <a:buClrTx/>
              <a:buSzTx/>
              <a:buFont typeface="SpoqaHanSans-Regular" panose="020B0500000000000000" pitchFamily="50" charset="-127"/>
              <a:buChar char="-"/>
              <a:tabLst>
                <a:tab pos="444500" algn="l"/>
              </a:tabLst>
              <a:defRPr kumimoji="0" sz="1200" b="0" i="0" u="none" strike="noStrike" cap="none" spc="0" normalizeH="0" baseline="0">
                <a:ln>
                  <a:noFill/>
                </a:ln>
                <a:solidFill>
                  <a:srgbClr val="262626">
                    <a:lumMod val="85000"/>
                    <a:lumOff val="15000"/>
                  </a:srgbClr>
                </a:solidFill>
                <a:effectLst/>
                <a:uLnTx/>
                <a:uFillTx/>
                <a:latin typeface="Segoe UI" panose="020B0502040204020203" pitchFamily="34" charset="0"/>
                <a:ea typeface="맑은 고딕" panose="020B0503020000020004" pitchFamily="50" charset="-127"/>
                <a:cs typeface="Segoe UI" panose="020B0502040204020203" pitchFamily="34" charset="0"/>
              </a:defRPr>
            </a:lvl4pPr>
            <a:lvl5pPr marL="1341438" marR="0" indent="-265113" defTabSz="581011" fontAlgn="auto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맑은 고딕" panose="020B0503020000020004" pitchFamily="50" charset="-127"/>
              <a:buChar char="-"/>
              <a:tabLst/>
              <a:defRPr kumimoji="0" sz="1050" b="0" i="0" u="none" strike="noStrike" cap="none" spc="0" normalizeH="0" baseline="0">
                <a:ln>
                  <a:noFill/>
                </a:ln>
                <a:solidFill>
                  <a:srgbClr val="262626">
                    <a:lumMod val="85000"/>
                    <a:lumOff val="15000"/>
                  </a:srgbClr>
                </a:solidFill>
                <a:effectLst/>
                <a:uLnTx/>
                <a:uFillTx/>
                <a:latin typeface="Segoe UI" panose="020B0502040204020203" pitchFamily="34" charset="0"/>
                <a:ea typeface="맑은 고딕" panose="020B0503020000020004" pitchFamily="50" charset="-127"/>
                <a:cs typeface="Segoe UI" panose="020B0502040204020203" pitchFamily="34" charset="0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/>
            <a:r>
              <a:rPr lang="en-US" altLang="x-none" sz="951" dirty="0"/>
              <a:t>ⓒ 2026. </a:t>
            </a:r>
            <a:r>
              <a:rPr lang="en-US" altLang="x-none" sz="951" dirty="0" err="1"/>
              <a:t>Suresofttech</a:t>
            </a:r>
            <a:r>
              <a:rPr lang="en-US" altLang="x-none" sz="951" dirty="0"/>
              <a:t> Inc. All rights reserved.</a:t>
            </a:r>
            <a:endParaRPr lang="x-none" altLang="en-US" sz="951" dirty="0"/>
          </a:p>
        </p:txBody>
      </p:sp>
    </p:spTree>
    <p:extLst>
      <p:ext uri="{BB962C8B-B14F-4D97-AF65-F5344CB8AC3E}">
        <p14:creationId xmlns:p14="http://schemas.microsoft.com/office/powerpoint/2010/main" val="15607977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_기타문서_제목2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래픽 6">
            <a:extLst>
              <a:ext uri="{FF2B5EF4-FFF2-40B4-BE49-F238E27FC236}">
                <a16:creationId xmlns:a16="http://schemas.microsoft.com/office/drawing/2014/main" id="{F00AA3A2-A2C8-3AC7-1600-A60BA226FA01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26029" t="-23096" r="230" b="-1"/>
          <a:stretch/>
        </p:blipFill>
        <p:spPr>
          <a:xfrm>
            <a:off x="0" y="548649"/>
            <a:ext cx="9144000" cy="5820169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685800" y="2650545"/>
            <a:ext cx="7772400" cy="805542"/>
          </a:xfrm>
        </p:spPr>
        <p:txBody>
          <a:bodyPr anchor="b">
            <a:spAutoFit/>
          </a:bodyPr>
          <a:lstStyle>
            <a:lvl1pPr algn="ctr">
              <a:lnSpc>
                <a:spcPct val="110000"/>
              </a:lnSpc>
              <a:defRPr sz="2200" spc="-100" baseline="0">
                <a:solidFill>
                  <a:schemeClr val="tx2"/>
                </a:solidFill>
              </a:defRPr>
            </a:lvl1pPr>
          </a:lstStyle>
          <a:p>
            <a:r>
              <a:rPr lang="ko-KR" altLang="en-US" dirty="0"/>
              <a:t>제목이 한 줄을 넘어가는 문서의 경우</a:t>
            </a:r>
            <a:r>
              <a:rPr lang="en-US" altLang="ko-KR" dirty="0"/>
              <a:t>,</a:t>
            </a:r>
            <a:br>
              <a:rPr lang="en-US" altLang="ko-KR" dirty="0"/>
            </a:br>
            <a:r>
              <a:rPr lang="ko-KR" altLang="en-US" dirty="0"/>
              <a:t>해당 표지를 사용하세요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1143000" y="3484679"/>
            <a:ext cx="6858000" cy="358624"/>
          </a:xfrm>
          <a:prstGeom prst="rect">
            <a:avLst/>
          </a:prstGeom>
        </p:spPr>
        <p:txBody>
          <a:bodyPr>
            <a:spAutoFit/>
          </a:bodyPr>
          <a:lstStyle>
            <a:lvl1pPr marL="0" indent="0" algn="ctr">
              <a:buNone/>
              <a:defRPr sz="1600" spc="-71" baseline="0">
                <a:solidFill>
                  <a:schemeClr val="tx2">
                    <a:lumMod val="50000"/>
                  </a:schemeClr>
                </a:solidFill>
                <a:latin typeface="나눔스퀘어 네오 OTF ExtraBold" panose="00000900000000000000" pitchFamily="50" charset="-127"/>
                <a:ea typeface="나눔스퀘어 네오 OTF ExtraBold" panose="00000900000000000000" pitchFamily="50" charset="-127"/>
              </a:defRPr>
            </a:lvl1pPr>
            <a:lvl2pPr marL="457189" indent="0" algn="ctr">
              <a:buNone/>
              <a:defRPr sz="2000"/>
            </a:lvl2pPr>
            <a:lvl3pPr marL="914377" indent="0" algn="ctr">
              <a:buNone/>
              <a:defRPr sz="1800"/>
            </a:lvl3pPr>
            <a:lvl4pPr marL="1371566" indent="0" algn="ctr">
              <a:buNone/>
              <a:defRPr sz="1600"/>
            </a:lvl4pPr>
            <a:lvl5pPr marL="1828754" indent="0" algn="ctr">
              <a:buNone/>
              <a:defRPr sz="1600"/>
            </a:lvl5pPr>
            <a:lvl6pPr marL="2285943" indent="0" algn="ctr">
              <a:buNone/>
              <a:defRPr sz="1600"/>
            </a:lvl6pPr>
            <a:lvl7pPr marL="2743131" indent="0" algn="ctr">
              <a:buNone/>
              <a:defRPr sz="1600"/>
            </a:lvl7pPr>
            <a:lvl8pPr marL="3200320" indent="0" algn="ctr">
              <a:buNone/>
              <a:defRPr sz="1600"/>
            </a:lvl8pPr>
            <a:lvl9pPr marL="3657509" indent="0" algn="ctr">
              <a:buNone/>
              <a:defRPr sz="1600"/>
            </a:lvl9pPr>
          </a:lstStyle>
          <a:p>
            <a:r>
              <a:rPr lang="ko-KR" altLang="en-US" dirty="0"/>
              <a:t>클릭하여 마스터 부제목 편집</a:t>
            </a:r>
            <a:endParaRPr lang="en-US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AB7E129-3704-6D23-EF6B-D65E3083892B}"/>
              </a:ext>
            </a:extLst>
          </p:cNvPr>
          <p:cNvSpPr txBox="1"/>
          <p:nvPr userDrawn="1"/>
        </p:nvSpPr>
        <p:spPr>
          <a:xfrm>
            <a:off x="3706220" y="673223"/>
            <a:ext cx="1731564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100" dirty="0">
                <a:solidFill>
                  <a:schemeClr val="bg1">
                    <a:lumMod val="50000"/>
                  </a:schemeClr>
                </a:solidFill>
                <a:latin typeface="나눔스퀘어 네오 OTF ExtraBold" panose="00000900000000000000" pitchFamily="50" charset="-127"/>
                <a:ea typeface="나눔스퀘어 네오 OTF ExtraBold" panose="00000900000000000000" pitchFamily="50" charset="-127"/>
              </a:rPr>
              <a:t>Software for Safe World</a:t>
            </a:r>
            <a:endParaRPr lang="ko-KR" altLang="en-US" sz="1100" dirty="0">
              <a:solidFill>
                <a:schemeClr val="bg1">
                  <a:lumMod val="50000"/>
                </a:schemeClr>
              </a:solidFill>
              <a:latin typeface="나눔스퀘어 네오 OTF ExtraBold" panose="00000900000000000000" pitchFamily="50" charset="-127"/>
              <a:ea typeface="나눔스퀘어 네오 OTF ExtraBold" panose="00000900000000000000" pitchFamily="50" charset="-127"/>
            </a:endParaRPr>
          </a:p>
        </p:txBody>
      </p:sp>
      <p:pic>
        <p:nvPicPr>
          <p:cNvPr id="15" name="그림 14">
            <a:extLst>
              <a:ext uri="{FF2B5EF4-FFF2-40B4-BE49-F238E27FC236}">
                <a16:creationId xmlns:a16="http://schemas.microsoft.com/office/drawing/2014/main" id="{302C2962-13CA-67D6-7DB9-C31BEE4A5A4E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25902" y="506246"/>
            <a:ext cx="1092200" cy="111974"/>
          </a:xfrm>
          <a:prstGeom prst="rect">
            <a:avLst/>
          </a:prstGeom>
        </p:spPr>
      </p:pic>
      <p:sp>
        <p:nvSpPr>
          <p:cNvPr id="25" name="TextBox 24">
            <a:extLst>
              <a:ext uri="{FF2B5EF4-FFF2-40B4-BE49-F238E27FC236}">
                <a16:creationId xmlns:a16="http://schemas.microsoft.com/office/drawing/2014/main" id="{88C79F16-CE91-413D-96B1-8646B8829D68}"/>
              </a:ext>
            </a:extLst>
          </p:cNvPr>
          <p:cNvSpPr txBox="1"/>
          <p:nvPr/>
        </p:nvSpPr>
        <p:spPr>
          <a:xfrm>
            <a:off x="5229736" y="6301432"/>
            <a:ext cx="3554114" cy="224036"/>
          </a:xfrm>
          <a:prstGeom prst="rect">
            <a:avLst/>
          </a:prstGeom>
          <a:ln>
            <a:noFill/>
          </a:ln>
        </p:spPr>
        <p:txBody>
          <a:bodyPr vert="horz" wrap="square" lIns="90000" tIns="45720" rIns="0" bIns="45720" rtlCol="0">
            <a:spAutoFit/>
          </a:bodyPr>
          <a:lstStyle>
            <a:defPPr>
              <a:defRPr lang="en-US"/>
            </a:defPPr>
            <a:lvl1pPr marR="0" lvl="0" indent="0" algn="r" defTabSz="914377" fontAlgn="auto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950" b="0" i="0" u="none" strike="noStrike" cap="none" spc="-30" normalizeH="0" baseline="0">
                <a:ln>
                  <a:noFill/>
                </a:ln>
                <a:solidFill>
                  <a:schemeClr val="tx1">
                    <a:lumMod val="85000"/>
                    <a:lumOff val="15000"/>
                    <a:alpha val="60000"/>
                  </a:schemeClr>
                </a:solidFill>
                <a:effectLst/>
                <a:uLnTx/>
                <a:uFillTx/>
                <a:latin typeface="+mn-ea"/>
                <a:cs typeface="Segoe UI" panose="020B0502040204020203" pitchFamily="34" charset="0"/>
              </a:defRPr>
            </a:lvl1pPr>
            <a:lvl2pPr marL="265113" marR="0" indent="-265113" defTabSz="914377" fontAlgn="auto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§"/>
              <a:tabLst>
                <a:tab pos="0" algn="l"/>
                <a:tab pos="265113" algn="l"/>
              </a:tabLst>
              <a:defRPr kumimoji="0" sz="1600" b="0" i="0" u="none" strike="noStrike" cap="none" spc="0" normalizeH="0" baseline="0">
                <a:ln>
                  <a:noFill/>
                </a:ln>
                <a:solidFill>
                  <a:srgbClr val="262626">
                    <a:lumMod val="85000"/>
                    <a:lumOff val="15000"/>
                  </a:srgbClr>
                </a:solidFill>
                <a:effectLst/>
                <a:uLnTx/>
                <a:uFillTx/>
                <a:latin typeface="Segoe UI" panose="020B0502040204020203" pitchFamily="34" charset="0"/>
                <a:ea typeface="맑은 고딕" panose="020B0503020000020004" pitchFamily="50" charset="-127"/>
                <a:cs typeface="Segoe UI" panose="020B0502040204020203" pitchFamily="34" charset="0"/>
              </a:defRPr>
            </a:lvl2pPr>
            <a:lvl3pPr marL="623888" marR="0" indent="-265113" defTabSz="628635" fontAlgn="auto">
              <a:lnSpc>
                <a:spcPct val="120000"/>
              </a:lnSpc>
              <a:spcBef>
                <a:spcPts val="500"/>
              </a:spcBef>
              <a:spcAft>
                <a:spcPts val="500"/>
              </a:spcAft>
              <a:buClrTx/>
              <a:buSzTx/>
              <a:buFont typeface="Arial" panose="020B0604020202020204" pitchFamily="34" charset="0"/>
              <a:buChar char="•"/>
              <a:tabLst>
                <a:tab pos="444500" algn="l"/>
              </a:tabLst>
              <a:defRPr kumimoji="0" sz="1400" b="0" i="0" u="none" strike="noStrike" cap="none" spc="0" normalizeH="0" baseline="0">
                <a:ln>
                  <a:noFill/>
                </a:ln>
                <a:solidFill>
                  <a:srgbClr val="262626">
                    <a:lumMod val="85000"/>
                    <a:lumOff val="15000"/>
                  </a:srgbClr>
                </a:solidFill>
                <a:effectLst/>
                <a:uLnTx/>
                <a:uFillTx/>
                <a:latin typeface="Segoe UI" panose="020B0502040204020203" pitchFamily="34" charset="0"/>
                <a:ea typeface="맑은 고딕" panose="020B0503020000020004" pitchFamily="50" charset="-127"/>
                <a:cs typeface="Segoe UI" panose="020B0502040204020203" pitchFamily="34" charset="0"/>
              </a:defRPr>
            </a:lvl3pPr>
            <a:lvl4pPr marL="982663" marR="0" indent="-265113" defTabSz="914377" fontAlgn="auto">
              <a:lnSpc>
                <a:spcPct val="120000"/>
              </a:lnSpc>
              <a:spcBef>
                <a:spcPts val="500"/>
              </a:spcBef>
              <a:spcAft>
                <a:spcPts val="500"/>
              </a:spcAft>
              <a:buClrTx/>
              <a:buSzTx/>
              <a:buFont typeface="SpoqaHanSans-Regular" panose="020B0500000000000000" pitchFamily="50" charset="-127"/>
              <a:buChar char="-"/>
              <a:tabLst>
                <a:tab pos="444500" algn="l"/>
              </a:tabLst>
              <a:defRPr kumimoji="0" sz="1200" b="0" i="0" u="none" strike="noStrike" cap="none" spc="0" normalizeH="0" baseline="0">
                <a:ln>
                  <a:noFill/>
                </a:ln>
                <a:solidFill>
                  <a:srgbClr val="262626">
                    <a:lumMod val="85000"/>
                    <a:lumOff val="15000"/>
                  </a:srgbClr>
                </a:solidFill>
                <a:effectLst/>
                <a:uLnTx/>
                <a:uFillTx/>
                <a:latin typeface="Segoe UI" panose="020B0502040204020203" pitchFamily="34" charset="0"/>
                <a:ea typeface="맑은 고딕" panose="020B0503020000020004" pitchFamily="50" charset="-127"/>
                <a:cs typeface="Segoe UI" panose="020B0502040204020203" pitchFamily="34" charset="0"/>
              </a:defRPr>
            </a:lvl4pPr>
            <a:lvl5pPr marL="1341438" marR="0" indent="-265113" defTabSz="581011" fontAlgn="auto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맑은 고딕" panose="020B0503020000020004" pitchFamily="50" charset="-127"/>
              <a:buChar char="-"/>
              <a:tabLst/>
              <a:defRPr kumimoji="0" sz="1050" b="0" i="0" u="none" strike="noStrike" cap="none" spc="0" normalizeH="0" baseline="0">
                <a:ln>
                  <a:noFill/>
                </a:ln>
                <a:solidFill>
                  <a:srgbClr val="262626">
                    <a:lumMod val="85000"/>
                    <a:lumOff val="15000"/>
                  </a:srgbClr>
                </a:solidFill>
                <a:effectLst/>
                <a:uLnTx/>
                <a:uFillTx/>
                <a:latin typeface="Segoe UI" panose="020B0502040204020203" pitchFamily="34" charset="0"/>
                <a:ea typeface="맑은 고딕" panose="020B0503020000020004" pitchFamily="50" charset="-127"/>
                <a:cs typeface="Segoe UI" panose="020B0502040204020203" pitchFamily="34" charset="0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/>
            <a:r>
              <a:rPr lang="en-US" altLang="x-none" sz="951" dirty="0"/>
              <a:t>ⓒ 2026. </a:t>
            </a:r>
            <a:r>
              <a:rPr lang="en-US" altLang="x-none" sz="951" dirty="0" err="1"/>
              <a:t>Suresofttech</a:t>
            </a:r>
            <a:r>
              <a:rPr lang="en-US" altLang="x-none" sz="951" dirty="0"/>
              <a:t> Inc. All rights reserved.</a:t>
            </a:r>
            <a:endParaRPr lang="x-none" altLang="en-US" sz="951" dirty="0"/>
          </a:p>
        </p:txBody>
      </p:sp>
    </p:spTree>
    <p:extLst>
      <p:ext uri="{BB962C8B-B14F-4D97-AF65-F5344CB8AC3E}">
        <p14:creationId xmlns:p14="http://schemas.microsoft.com/office/powerpoint/2010/main" val="184620395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목차_서브타이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AD752E69-A749-A4DB-18DB-452E2CE202B5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t="45130"/>
          <a:stretch/>
        </p:blipFill>
        <p:spPr>
          <a:xfrm>
            <a:off x="82497" y="0"/>
            <a:ext cx="9061504" cy="5550900"/>
          </a:xfrm>
          <a:prstGeom prst="rect">
            <a:avLst/>
          </a:prstGeom>
        </p:spPr>
      </p:pic>
      <p:sp>
        <p:nvSpPr>
          <p:cNvPr id="29" name="텍스트 개체 틀 26">
            <a:extLst>
              <a:ext uri="{FF2B5EF4-FFF2-40B4-BE49-F238E27FC236}">
                <a16:creationId xmlns:a16="http://schemas.microsoft.com/office/drawing/2014/main" id="{C08E8EAA-D503-E765-98E5-CEAB1E920772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259215" y="5055562"/>
            <a:ext cx="2254132" cy="12707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lvl1pPr marL="0" indent="0">
              <a:spcBef>
                <a:spcPts val="0"/>
              </a:spcBef>
              <a:buFontTx/>
              <a:buNone/>
              <a:defRPr lang="ko-KR" altLang="en-US" sz="1100" dirty="0" smtClean="0">
                <a:solidFill>
                  <a:schemeClr val="tx2">
                    <a:lumMod val="50000"/>
                  </a:schemeClr>
                </a:solidFill>
                <a:latin typeface="+mn-ea"/>
              </a:defRPr>
            </a:lvl1pPr>
          </a:lstStyle>
          <a:p>
            <a:pPr marL="0" lvl="0" defTabSz="457189" latinLnBrk="0">
              <a:lnSpc>
                <a:spcPct val="110000"/>
              </a:lnSpc>
              <a:spcAft>
                <a:spcPts val="300"/>
              </a:spcAft>
            </a:pPr>
            <a:r>
              <a:rPr lang="ko-KR" altLang="en-US" dirty="0"/>
              <a:t>첫 번째 페이지 제목을 입력하세요</a:t>
            </a:r>
            <a:endParaRPr lang="en-US" altLang="ko-KR" dirty="0"/>
          </a:p>
          <a:p>
            <a:pPr marL="0" lvl="0" defTabSz="457189" latinLnBrk="0">
              <a:lnSpc>
                <a:spcPct val="110000"/>
              </a:lnSpc>
              <a:spcAft>
                <a:spcPts val="300"/>
              </a:spcAft>
            </a:pPr>
            <a:r>
              <a:rPr lang="ko-KR" altLang="en-US" dirty="0"/>
              <a:t>두 번째 페이지 제목을 입력하세요</a:t>
            </a:r>
            <a:endParaRPr lang="en-US" altLang="ko-KR" dirty="0"/>
          </a:p>
          <a:p>
            <a:pPr marL="0" lvl="0" defTabSz="457189" latinLnBrk="0">
              <a:lnSpc>
                <a:spcPct val="110000"/>
              </a:lnSpc>
              <a:spcAft>
                <a:spcPts val="300"/>
              </a:spcAft>
            </a:pPr>
            <a:r>
              <a:rPr lang="ko-KR" altLang="en-US" dirty="0"/>
              <a:t>세 번째 페이지 제목을 입력하세요</a:t>
            </a:r>
          </a:p>
        </p:txBody>
      </p:sp>
      <p:sp>
        <p:nvSpPr>
          <p:cNvPr id="28" name="텍스트 개체 틀 26">
            <a:extLst>
              <a:ext uri="{FF2B5EF4-FFF2-40B4-BE49-F238E27FC236}">
                <a16:creationId xmlns:a16="http://schemas.microsoft.com/office/drawing/2014/main" id="{68825A5B-BE1C-9741-4F2C-F7257FB78745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3475115" y="5055562"/>
            <a:ext cx="2253021" cy="12707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lvl1pPr marL="0" indent="0">
              <a:spcBef>
                <a:spcPts val="0"/>
              </a:spcBef>
              <a:buFontTx/>
              <a:buNone/>
              <a:defRPr lang="ko-KR" altLang="en-US" sz="1100" dirty="0" smtClean="0">
                <a:solidFill>
                  <a:schemeClr val="tx2">
                    <a:lumMod val="50000"/>
                  </a:schemeClr>
                </a:solidFill>
                <a:latin typeface="+mn-ea"/>
              </a:defRPr>
            </a:lvl1pPr>
          </a:lstStyle>
          <a:p>
            <a:pPr marL="0" lvl="0" defTabSz="457189" latinLnBrk="0">
              <a:lnSpc>
                <a:spcPct val="110000"/>
              </a:lnSpc>
              <a:spcAft>
                <a:spcPts val="300"/>
              </a:spcAft>
            </a:pPr>
            <a:r>
              <a:rPr lang="ko-KR" altLang="en-US" dirty="0"/>
              <a:t>첫 번째 페이지 제목을 입력하세요</a:t>
            </a:r>
            <a:endParaRPr lang="en-US" altLang="ko-KR" dirty="0"/>
          </a:p>
          <a:p>
            <a:pPr marL="0" lvl="0" defTabSz="457189" latinLnBrk="0">
              <a:lnSpc>
                <a:spcPct val="110000"/>
              </a:lnSpc>
              <a:spcAft>
                <a:spcPts val="300"/>
              </a:spcAft>
            </a:pPr>
            <a:r>
              <a:rPr lang="ko-KR" altLang="en-US" dirty="0"/>
              <a:t>두 번째 페이지 제목을 입력하세요</a:t>
            </a:r>
            <a:endParaRPr lang="en-US" altLang="ko-KR" dirty="0"/>
          </a:p>
          <a:p>
            <a:pPr marL="0" lvl="0" defTabSz="457189" latinLnBrk="0">
              <a:lnSpc>
                <a:spcPct val="110000"/>
              </a:lnSpc>
              <a:spcAft>
                <a:spcPts val="300"/>
              </a:spcAft>
            </a:pPr>
            <a:r>
              <a:rPr lang="ko-KR" altLang="en-US" dirty="0"/>
              <a:t>세 번째 페이지 제목을 입력하세요</a:t>
            </a:r>
          </a:p>
        </p:txBody>
      </p:sp>
      <p:sp>
        <p:nvSpPr>
          <p:cNvPr id="27" name="텍스트 개체 틀 26">
            <a:extLst>
              <a:ext uri="{FF2B5EF4-FFF2-40B4-BE49-F238E27FC236}">
                <a16:creationId xmlns:a16="http://schemas.microsoft.com/office/drawing/2014/main" id="{F994BDC7-3A8A-2686-D267-71EDEA714C3B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45214" y="5055562"/>
            <a:ext cx="2254132" cy="12707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lvl1pPr marL="0" indent="0">
              <a:spcBef>
                <a:spcPts val="0"/>
              </a:spcBef>
              <a:buFontTx/>
              <a:buNone/>
              <a:defRPr lang="ko-KR" altLang="en-US" sz="1100" dirty="0" smtClean="0">
                <a:solidFill>
                  <a:schemeClr val="tx2">
                    <a:lumMod val="50000"/>
                  </a:schemeClr>
                </a:solidFill>
                <a:latin typeface="+mn-ea"/>
              </a:defRPr>
            </a:lvl1pPr>
          </a:lstStyle>
          <a:p>
            <a:pPr marL="0" lvl="0" defTabSz="457189" latinLnBrk="0">
              <a:lnSpc>
                <a:spcPct val="110000"/>
              </a:lnSpc>
              <a:spcAft>
                <a:spcPts val="300"/>
              </a:spcAft>
            </a:pPr>
            <a:r>
              <a:rPr lang="ko-KR" altLang="en-US" dirty="0"/>
              <a:t>첫 번째 페이지 제목을 입력하세요</a:t>
            </a:r>
            <a:endParaRPr lang="en-US" altLang="ko-KR" dirty="0"/>
          </a:p>
          <a:p>
            <a:pPr marL="0" lvl="0" defTabSz="457189" latinLnBrk="0">
              <a:lnSpc>
                <a:spcPct val="110000"/>
              </a:lnSpc>
              <a:spcAft>
                <a:spcPts val="300"/>
              </a:spcAft>
            </a:pPr>
            <a:r>
              <a:rPr lang="ko-KR" altLang="en-US" dirty="0"/>
              <a:t>두 번째 페이지 제목을 입력하세요</a:t>
            </a:r>
            <a:endParaRPr lang="en-US" altLang="ko-KR" dirty="0"/>
          </a:p>
          <a:p>
            <a:pPr marL="0" lvl="0" defTabSz="457189" latinLnBrk="0">
              <a:lnSpc>
                <a:spcPct val="110000"/>
              </a:lnSpc>
              <a:spcAft>
                <a:spcPts val="300"/>
              </a:spcAft>
            </a:pPr>
            <a:r>
              <a:rPr lang="ko-KR" altLang="en-US" dirty="0"/>
              <a:t>세 번째 페이지 제목을 입력하세요</a:t>
            </a:r>
          </a:p>
        </p:txBody>
      </p:sp>
      <p:sp>
        <p:nvSpPr>
          <p:cNvPr id="24" name="텍스트 개체 틀 22">
            <a:extLst>
              <a:ext uri="{FF2B5EF4-FFF2-40B4-BE49-F238E27FC236}">
                <a16:creationId xmlns:a16="http://schemas.microsoft.com/office/drawing/2014/main" id="{85819643-4EDD-8118-CE46-E2EA52F5A839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474004" y="4607118"/>
            <a:ext cx="2253020" cy="3254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lvl1pPr marL="0" indent="0">
              <a:buFontTx/>
              <a:buNone/>
              <a:defRPr lang="ko-KR" altLang="en-US" sz="1400" spc="-51" dirty="0" smtClean="0">
                <a:solidFill>
                  <a:schemeClr val="tx2"/>
                </a:solidFill>
                <a:latin typeface="나눔스퀘어 네오 OTF ExtraBold" panose="00000900000000000000" pitchFamily="50" charset="-127"/>
                <a:ea typeface="나눔스퀘어 네오 OTF ExtraBold" panose="00000900000000000000" pitchFamily="50" charset="-127"/>
              </a:defRPr>
            </a:lvl1pPr>
            <a:lvl2pPr>
              <a:defRPr lang="ko-KR" altLang="en-US" sz="1800" dirty="0" smtClean="0"/>
            </a:lvl2pPr>
            <a:lvl3pPr>
              <a:defRPr lang="ko-KR" altLang="en-US" sz="1800" dirty="0" smtClean="0"/>
            </a:lvl3pPr>
            <a:lvl4pPr>
              <a:defRPr lang="ko-KR" altLang="en-US" dirty="0" smtClean="0"/>
            </a:lvl4pPr>
            <a:lvl5pPr>
              <a:defRPr lang="ko-KR" altLang="en-US" dirty="0"/>
            </a:lvl5pPr>
          </a:lstStyle>
          <a:p>
            <a:pPr marL="0" lvl="0" defTabSz="457189" latinLnBrk="0"/>
            <a:r>
              <a:rPr lang="ko-KR" altLang="en-US" dirty="0"/>
              <a:t>제목을 입력하세요</a:t>
            </a: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45BEC0A6-4E97-482A-7905-6B9DF3A19D93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1462" y="1152347"/>
            <a:ext cx="1456845" cy="149358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D93A6CA3-5AA2-0704-AD28-CFDFFA03338E}"/>
              </a:ext>
            </a:extLst>
          </p:cNvPr>
          <p:cNvSpPr txBox="1"/>
          <p:nvPr userDrawn="1"/>
        </p:nvSpPr>
        <p:spPr>
          <a:xfrm>
            <a:off x="545214" y="1376243"/>
            <a:ext cx="217694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en-US"/>
            </a:defPPr>
            <a:lvl1pPr algn="ctr">
              <a:defRPr sz="1600" spc="-70">
                <a:solidFill>
                  <a:schemeClr val="tx2">
                    <a:lumMod val="50000"/>
                  </a:schemeClr>
                </a:solidFill>
                <a:latin typeface="나눔스퀘어 네오 ExtraBold" panose="00000900000000000000" pitchFamily="2" charset="-127"/>
                <a:ea typeface="나눔스퀘어 네오 ExtraBold" panose="00000900000000000000" pitchFamily="2" charset="-127"/>
              </a:defRPr>
            </a:lvl1pPr>
          </a:lstStyle>
          <a:p>
            <a:pPr algn="l"/>
            <a:r>
              <a:rPr lang="en-US" altLang="ko-KR" sz="1600" spc="0" dirty="0">
                <a:latin typeface="+mj-ea"/>
                <a:ea typeface="+mj-ea"/>
              </a:rPr>
              <a:t>TABLE OF CONTENTS</a:t>
            </a:r>
            <a:endParaRPr lang="ko-KR" altLang="en-US" sz="1600" spc="0" dirty="0">
              <a:latin typeface="+mj-ea"/>
              <a:ea typeface="+mj-ea"/>
            </a:endParaRPr>
          </a:p>
        </p:txBody>
      </p:sp>
      <p:cxnSp>
        <p:nvCxnSpPr>
          <p:cNvPr id="9" name="직선 연결선 8">
            <a:extLst>
              <a:ext uri="{FF2B5EF4-FFF2-40B4-BE49-F238E27FC236}">
                <a16:creationId xmlns:a16="http://schemas.microsoft.com/office/drawing/2014/main" id="{696BF0D5-DBB2-3C80-ECAB-B9AFA42465B6}"/>
              </a:ext>
            </a:extLst>
          </p:cNvPr>
          <p:cNvCxnSpPr>
            <a:cxnSpLocks/>
          </p:cNvCxnSpPr>
          <p:nvPr userDrawn="1"/>
        </p:nvCxnSpPr>
        <p:spPr>
          <a:xfrm>
            <a:off x="639344" y="4963855"/>
            <a:ext cx="2160000" cy="0"/>
          </a:xfrm>
          <a:prstGeom prst="line">
            <a:avLst/>
          </a:prstGeom>
          <a:ln w="6350"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직선 연결선 11">
            <a:extLst>
              <a:ext uri="{FF2B5EF4-FFF2-40B4-BE49-F238E27FC236}">
                <a16:creationId xmlns:a16="http://schemas.microsoft.com/office/drawing/2014/main" id="{0CE5EDDD-C526-CCF5-9584-92F02CBF1BE5}"/>
              </a:ext>
            </a:extLst>
          </p:cNvPr>
          <p:cNvCxnSpPr>
            <a:cxnSpLocks/>
          </p:cNvCxnSpPr>
          <p:nvPr userDrawn="1"/>
        </p:nvCxnSpPr>
        <p:spPr>
          <a:xfrm>
            <a:off x="3568135" y="4963855"/>
            <a:ext cx="2160000" cy="0"/>
          </a:xfrm>
          <a:prstGeom prst="line">
            <a:avLst/>
          </a:prstGeom>
          <a:ln w="6350"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직선 연결선 14">
            <a:extLst>
              <a:ext uri="{FF2B5EF4-FFF2-40B4-BE49-F238E27FC236}">
                <a16:creationId xmlns:a16="http://schemas.microsoft.com/office/drawing/2014/main" id="{70686EAE-B51D-0421-C84D-9729E7509651}"/>
              </a:ext>
            </a:extLst>
          </p:cNvPr>
          <p:cNvCxnSpPr>
            <a:cxnSpLocks/>
          </p:cNvCxnSpPr>
          <p:nvPr userDrawn="1"/>
        </p:nvCxnSpPr>
        <p:spPr>
          <a:xfrm>
            <a:off x="6353346" y="4963855"/>
            <a:ext cx="2160000" cy="0"/>
          </a:xfrm>
          <a:prstGeom prst="line">
            <a:avLst/>
          </a:prstGeom>
          <a:ln w="6350"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타원 17">
            <a:extLst>
              <a:ext uri="{FF2B5EF4-FFF2-40B4-BE49-F238E27FC236}">
                <a16:creationId xmlns:a16="http://schemas.microsoft.com/office/drawing/2014/main" id="{B1EB4CBD-C19D-9E5D-D5CC-9CD1CF319274}"/>
              </a:ext>
            </a:extLst>
          </p:cNvPr>
          <p:cNvSpPr/>
          <p:nvPr userDrawn="1"/>
        </p:nvSpPr>
        <p:spPr>
          <a:xfrm>
            <a:off x="7179735" y="3052233"/>
            <a:ext cx="137584" cy="137584"/>
          </a:xfrm>
          <a:prstGeom prst="ellipse">
            <a:avLst/>
          </a:prstGeom>
          <a:solidFill>
            <a:srgbClr val="A6ADD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800"/>
          </a:p>
        </p:txBody>
      </p:sp>
      <p:sp>
        <p:nvSpPr>
          <p:cNvPr id="19" name="타원 18">
            <a:extLst>
              <a:ext uri="{FF2B5EF4-FFF2-40B4-BE49-F238E27FC236}">
                <a16:creationId xmlns:a16="http://schemas.microsoft.com/office/drawing/2014/main" id="{8BD8D91C-CFE0-A581-8CBF-A19929C9930D}"/>
              </a:ext>
            </a:extLst>
          </p:cNvPr>
          <p:cNvSpPr/>
          <p:nvPr userDrawn="1"/>
        </p:nvSpPr>
        <p:spPr>
          <a:xfrm>
            <a:off x="5901463" y="968199"/>
            <a:ext cx="79553" cy="79553"/>
          </a:xfrm>
          <a:prstGeom prst="ellipse">
            <a:avLst/>
          </a:prstGeom>
          <a:solidFill>
            <a:schemeClr val="accent1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800"/>
          </a:p>
        </p:txBody>
      </p:sp>
      <p:sp>
        <p:nvSpPr>
          <p:cNvPr id="20" name="타원 19">
            <a:extLst>
              <a:ext uri="{FF2B5EF4-FFF2-40B4-BE49-F238E27FC236}">
                <a16:creationId xmlns:a16="http://schemas.microsoft.com/office/drawing/2014/main" id="{98D6BEF6-3312-DB2D-3D25-8E3F23D25328}"/>
              </a:ext>
            </a:extLst>
          </p:cNvPr>
          <p:cNvSpPr/>
          <p:nvPr userDrawn="1"/>
        </p:nvSpPr>
        <p:spPr>
          <a:xfrm>
            <a:off x="3826935" y="664633"/>
            <a:ext cx="137584" cy="137584"/>
          </a:xfrm>
          <a:prstGeom prst="ellipse">
            <a:avLst/>
          </a:prstGeom>
          <a:solidFill>
            <a:srgbClr val="A6ADD6">
              <a:alpha val="3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800"/>
          </a:p>
        </p:txBody>
      </p:sp>
      <p:sp>
        <p:nvSpPr>
          <p:cNvPr id="23" name="텍스트 개체 틀 22">
            <a:extLst>
              <a:ext uri="{FF2B5EF4-FFF2-40B4-BE49-F238E27FC236}">
                <a16:creationId xmlns:a16="http://schemas.microsoft.com/office/drawing/2014/main" id="{36DF1567-E253-5219-A47B-D5962357EE4D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45213" y="4607118"/>
            <a:ext cx="2254131" cy="3254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lvl1pPr marL="0" indent="0">
              <a:buFontTx/>
              <a:buNone/>
              <a:defRPr lang="ko-KR" altLang="en-US" sz="1400" spc="-51" dirty="0" smtClean="0">
                <a:solidFill>
                  <a:schemeClr val="tx2"/>
                </a:solidFill>
                <a:latin typeface="나눔스퀘어 네오 OTF ExtraBold" panose="00000900000000000000" pitchFamily="50" charset="-127"/>
                <a:ea typeface="나눔스퀘어 네오 OTF ExtraBold" panose="00000900000000000000" pitchFamily="50" charset="-127"/>
              </a:defRPr>
            </a:lvl1pPr>
            <a:lvl2pPr>
              <a:defRPr lang="ko-KR" altLang="en-US" sz="1800" dirty="0" smtClean="0"/>
            </a:lvl2pPr>
            <a:lvl3pPr>
              <a:defRPr lang="ko-KR" altLang="en-US" sz="1800" dirty="0" smtClean="0"/>
            </a:lvl3pPr>
            <a:lvl4pPr>
              <a:defRPr lang="ko-KR" altLang="en-US" dirty="0" smtClean="0"/>
            </a:lvl4pPr>
            <a:lvl5pPr>
              <a:defRPr lang="ko-KR" altLang="en-US" dirty="0"/>
            </a:lvl5pPr>
          </a:lstStyle>
          <a:p>
            <a:pPr marL="0" lvl="0" defTabSz="457189" latinLnBrk="0"/>
            <a:r>
              <a:rPr lang="ko-KR" altLang="en-US" dirty="0"/>
              <a:t>제목을 입력하세요</a:t>
            </a:r>
          </a:p>
        </p:txBody>
      </p:sp>
      <p:sp>
        <p:nvSpPr>
          <p:cNvPr id="25" name="텍스트 개체 틀 22">
            <a:extLst>
              <a:ext uri="{FF2B5EF4-FFF2-40B4-BE49-F238E27FC236}">
                <a16:creationId xmlns:a16="http://schemas.microsoft.com/office/drawing/2014/main" id="{DC6F003A-3DBE-AF91-AA4C-E2AEAACDDDC7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259216" y="4607118"/>
            <a:ext cx="2253020" cy="3254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lvl1pPr marL="0" indent="0">
              <a:buFontTx/>
              <a:buNone/>
              <a:defRPr lang="ko-KR" altLang="en-US" sz="1400" spc="-51" dirty="0" smtClean="0">
                <a:solidFill>
                  <a:schemeClr val="tx2"/>
                </a:solidFill>
                <a:latin typeface="나눔스퀘어 네오 OTF ExtraBold" panose="00000900000000000000" pitchFamily="50" charset="-127"/>
                <a:ea typeface="나눔스퀘어 네오 OTF ExtraBold" panose="00000900000000000000" pitchFamily="50" charset="-127"/>
              </a:defRPr>
            </a:lvl1pPr>
            <a:lvl2pPr>
              <a:defRPr lang="ko-KR" altLang="en-US" sz="1800" dirty="0" smtClean="0"/>
            </a:lvl2pPr>
            <a:lvl3pPr>
              <a:defRPr lang="ko-KR" altLang="en-US" sz="1800" dirty="0" smtClean="0"/>
            </a:lvl3pPr>
            <a:lvl4pPr>
              <a:defRPr lang="ko-KR" altLang="en-US" dirty="0" smtClean="0"/>
            </a:lvl4pPr>
            <a:lvl5pPr>
              <a:defRPr lang="ko-KR" altLang="en-US" dirty="0"/>
            </a:lvl5pPr>
          </a:lstStyle>
          <a:p>
            <a:pPr marL="0" lvl="0" defTabSz="457189" latinLnBrk="0"/>
            <a:r>
              <a:rPr lang="ko-KR" altLang="en-US" dirty="0"/>
              <a:t>제목을 입력하세요</a:t>
            </a:r>
          </a:p>
        </p:txBody>
      </p:sp>
    </p:spTree>
    <p:extLst>
      <p:ext uri="{BB962C8B-B14F-4D97-AF65-F5344CB8AC3E}">
        <p14:creationId xmlns:p14="http://schemas.microsoft.com/office/powerpoint/2010/main" val="381792791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목차_서브타이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AD752E69-A749-A4DB-18DB-452E2CE202B5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t="45130"/>
          <a:stretch/>
        </p:blipFill>
        <p:spPr>
          <a:xfrm>
            <a:off x="82497" y="0"/>
            <a:ext cx="9061504" cy="5550900"/>
          </a:xfrm>
          <a:prstGeom prst="rect">
            <a:avLst/>
          </a:prstGeom>
        </p:spPr>
      </p:pic>
      <p:sp>
        <p:nvSpPr>
          <p:cNvPr id="29" name="텍스트 개체 틀 26">
            <a:extLst>
              <a:ext uri="{FF2B5EF4-FFF2-40B4-BE49-F238E27FC236}">
                <a16:creationId xmlns:a16="http://schemas.microsoft.com/office/drawing/2014/main" id="{C08E8EAA-D503-E765-98E5-CEAB1E920772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259215" y="5055562"/>
            <a:ext cx="2254132" cy="12707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lvl1pPr marL="0" indent="0">
              <a:spcBef>
                <a:spcPts val="0"/>
              </a:spcBef>
              <a:buFontTx/>
              <a:buNone/>
              <a:defRPr lang="ko-KR" altLang="en-US" sz="1100" dirty="0" smtClean="0">
                <a:solidFill>
                  <a:schemeClr val="tx2">
                    <a:lumMod val="50000"/>
                  </a:schemeClr>
                </a:solidFill>
                <a:latin typeface="+mn-ea"/>
              </a:defRPr>
            </a:lvl1pPr>
          </a:lstStyle>
          <a:p>
            <a:pPr marL="0" lvl="0" defTabSz="457189" latinLnBrk="0">
              <a:lnSpc>
                <a:spcPct val="110000"/>
              </a:lnSpc>
              <a:spcAft>
                <a:spcPts val="300"/>
              </a:spcAft>
            </a:pPr>
            <a:r>
              <a:rPr lang="ko-KR" altLang="en-US" dirty="0"/>
              <a:t>첫 번째 페이지 제목을 입력하세요</a:t>
            </a:r>
            <a:endParaRPr lang="en-US" altLang="ko-KR" dirty="0"/>
          </a:p>
          <a:p>
            <a:pPr marL="0" lvl="0" defTabSz="457189" latinLnBrk="0">
              <a:lnSpc>
                <a:spcPct val="110000"/>
              </a:lnSpc>
              <a:spcAft>
                <a:spcPts val="300"/>
              </a:spcAft>
            </a:pPr>
            <a:r>
              <a:rPr lang="ko-KR" altLang="en-US" dirty="0"/>
              <a:t>두 번째 페이지 제목을 입력하세요</a:t>
            </a:r>
            <a:endParaRPr lang="en-US" altLang="ko-KR" dirty="0"/>
          </a:p>
          <a:p>
            <a:pPr marL="0" lvl="0" defTabSz="457189" latinLnBrk="0">
              <a:lnSpc>
                <a:spcPct val="110000"/>
              </a:lnSpc>
              <a:spcAft>
                <a:spcPts val="300"/>
              </a:spcAft>
            </a:pPr>
            <a:r>
              <a:rPr lang="ko-KR" altLang="en-US" dirty="0"/>
              <a:t>세 번째 페이지 제목을 입력하세요</a:t>
            </a:r>
          </a:p>
        </p:txBody>
      </p:sp>
      <p:sp>
        <p:nvSpPr>
          <p:cNvPr id="28" name="텍스트 개체 틀 26">
            <a:extLst>
              <a:ext uri="{FF2B5EF4-FFF2-40B4-BE49-F238E27FC236}">
                <a16:creationId xmlns:a16="http://schemas.microsoft.com/office/drawing/2014/main" id="{68825A5B-BE1C-9741-4F2C-F7257FB78745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3475115" y="5055562"/>
            <a:ext cx="2253021" cy="12707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lvl1pPr marL="0" indent="0">
              <a:spcBef>
                <a:spcPts val="0"/>
              </a:spcBef>
              <a:buFontTx/>
              <a:buNone/>
              <a:defRPr lang="ko-KR" altLang="en-US" sz="1100" dirty="0" smtClean="0">
                <a:solidFill>
                  <a:schemeClr val="tx2">
                    <a:lumMod val="50000"/>
                  </a:schemeClr>
                </a:solidFill>
                <a:latin typeface="+mn-ea"/>
              </a:defRPr>
            </a:lvl1pPr>
          </a:lstStyle>
          <a:p>
            <a:pPr marL="0" lvl="0" defTabSz="457189" latinLnBrk="0">
              <a:lnSpc>
                <a:spcPct val="110000"/>
              </a:lnSpc>
              <a:spcAft>
                <a:spcPts val="300"/>
              </a:spcAft>
            </a:pPr>
            <a:r>
              <a:rPr lang="ko-KR" altLang="en-US" dirty="0"/>
              <a:t>첫 번째 페이지 제목을 입력하세요</a:t>
            </a:r>
            <a:endParaRPr lang="en-US" altLang="ko-KR" dirty="0"/>
          </a:p>
          <a:p>
            <a:pPr marL="0" lvl="0" defTabSz="457189" latinLnBrk="0">
              <a:lnSpc>
                <a:spcPct val="110000"/>
              </a:lnSpc>
              <a:spcAft>
                <a:spcPts val="300"/>
              </a:spcAft>
            </a:pPr>
            <a:r>
              <a:rPr lang="ko-KR" altLang="en-US" dirty="0"/>
              <a:t>두 번째 페이지 제목을 입력하세요</a:t>
            </a:r>
            <a:endParaRPr lang="en-US" altLang="ko-KR" dirty="0"/>
          </a:p>
          <a:p>
            <a:pPr marL="0" lvl="0" defTabSz="457189" latinLnBrk="0">
              <a:lnSpc>
                <a:spcPct val="110000"/>
              </a:lnSpc>
              <a:spcAft>
                <a:spcPts val="300"/>
              </a:spcAft>
            </a:pPr>
            <a:r>
              <a:rPr lang="ko-KR" altLang="en-US" dirty="0"/>
              <a:t>세 번째 페이지 제목을 입력하세요</a:t>
            </a:r>
          </a:p>
        </p:txBody>
      </p:sp>
      <p:sp>
        <p:nvSpPr>
          <p:cNvPr id="24" name="텍스트 개체 틀 22">
            <a:extLst>
              <a:ext uri="{FF2B5EF4-FFF2-40B4-BE49-F238E27FC236}">
                <a16:creationId xmlns:a16="http://schemas.microsoft.com/office/drawing/2014/main" id="{85819643-4EDD-8118-CE46-E2EA52F5A839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474004" y="4607118"/>
            <a:ext cx="2253020" cy="3254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lvl1pPr marL="0" indent="0">
              <a:buFontTx/>
              <a:buNone/>
              <a:defRPr lang="ko-KR" altLang="en-US" sz="1400" spc="-51" dirty="0" smtClean="0">
                <a:solidFill>
                  <a:schemeClr val="tx2"/>
                </a:solidFill>
                <a:latin typeface="나눔스퀘어 네오 OTF ExtraBold" panose="00000900000000000000" pitchFamily="50" charset="-127"/>
                <a:ea typeface="나눔스퀘어 네오 OTF ExtraBold" panose="00000900000000000000" pitchFamily="50" charset="-127"/>
              </a:defRPr>
            </a:lvl1pPr>
            <a:lvl2pPr>
              <a:defRPr lang="ko-KR" altLang="en-US" sz="1800" dirty="0" smtClean="0"/>
            </a:lvl2pPr>
            <a:lvl3pPr>
              <a:defRPr lang="ko-KR" altLang="en-US" sz="1800" dirty="0" smtClean="0"/>
            </a:lvl3pPr>
            <a:lvl4pPr>
              <a:defRPr lang="ko-KR" altLang="en-US" dirty="0" smtClean="0"/>
            </a:lvl4pPr>
            <a:lvl5pPr>
              <a:defRPr lang="ko-KR" altLang="en-US" dirty="0"/>
            </a:lvl5pPr>
          </a:lstStyle>
          <a:p>
            <a:pPr marL="0" lvl="0" defTabSz="457189" latinLnBrk="0"/>
            <a:r>
              <a:rPr lang="ko-KR" altLang="en-US" dirty="0"/>
              <a:t>제목을 입력하세요</a:t>
            </a: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45BEC0A6-4E97-482A-7905-6B9DF3A19D93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1462" y="1152347"/>
            <a:ext cx="1456845" cy="149358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D93A6CA3-5AA2-0704-AD28-CFDFFA03338E}"/>
              </a:ext>
            </a:extLst>
          </p:cNvPr>
          <p:cNvSpPr txBox="1"/>
          <p:nvPr userDrawn="1"/>
        </p:nvSpPr>
        <p:spPr>
          <a:xfrm>
            <a:off x="545214" y="1376243"/>
            <a:ext cx="217694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en-US"/>
            </a:defPPr>
            <a:lvl1pPr algn="ctr">
              <a:defRPr sz="1600" spc="-70">
                <a:solidFill>
                  <a:schemeClr val="tx2">
                    <a:lumMod val="50000"/>
                  </a:schemeClr>
                </a:solidFill>
                <a:latin typeface="나눔스퀘어 네오 ExtraBold" panose="00000900000000000000" pitchFamily="2" charset="-127"/>
                <a:ea typeface="나눔스퀘어 네오 ExtraBold" panose="00000900000000000000" pitchFamily="2" charset="-127"/>
              </a:defRPr>
            </a:lvl1pPr>
          </a:lstStyle>
          <a:p>
            <a:pPr algn="l"/>
            <a:r>
              <a:rPr lang="en-US" altLang="ko-KR" sz="1600" spc="0" dirty="0">
                <a:latin typeface="+mj-ea"/>
                <a:ea typeface="+mj-ea"/>
              </a:rPr>
              <a:t>TABLE OF CONTENTS</a:t>
            </a:r>
            <a:endParaRPr lang="ko-KR" altLang="en-US" sz="1600" spc="0" dirty="0">
              <a:latin typeface="+mj-ea"/>
              <a:ea typeface="+mj-ea"/>
            </a:endParaRPr>
          </a:p>
        </p:txBody>
      </p:sp>
      <p:cxnSp>
        <p:nvCxnSpPr>
          <p:cNvPr id="12" name="직선 연결선 11">
            <a:extLst>
              <a:ext uri="{FF2B5EF4-FFF2-40B4-BE49-F238E27FC236}">
                <a16:creationId xmlns:a16="http://schemas.microsoft.com/office/drawing/2014/main" id="{0CE5EDDD-C526-CCF5-9584-92F02CBF1BE5}"/>
              </a:ext>
            </a:extLst>
          </p:cNvPr>
          <p:cNvCxnSpPr>
            <a:cxnSpLocks/>
          </p:cNvCxnSpPr>
          <p:nvPr userDrawn="1"/>
        </p:nvCxnSpPr>
        <p:spPr>
          <a:xfrm>
            <a:off x="3568135" y="4963855"/>
            <a:ext cx="2160000" cy="0"/>
          </a:xfrm>
          <a:prstGeom prst="line">
            <a:avLst/>
          </a:prstGeom>
          <a:ln w="6350"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직선 연결선 14">
            <a:extLst>
              <a:ext uri="{FF2B5EF4-FFF2-40B4-BE49-F238E27FC236}">
                <a16:creationId xmlns:a16="http://schemas.microsoft.com/office/drawing/2014/main" id="{70686EAE-B51D-0421-C84D-9729E7509651}"/>
              </a:ext>
            </a:extLst>
          </p:cNvPr>
          <p:cNvCxnSpPr>
            <a:cxnSpLocks/>
          </p:cNvCxnSpPr>
          <p:nvPr userDrawn="1"/>
        </p:nvCxnSpPr>
        <p:spPr>
          <a:xfrm>
            <a:off x="6353346" y="4963855"/>
            <a:ext cx="2160000" cy="0"/>
          </a:xfrm>
          <a:prstGeom prst="line">
            <a:avLst/>
          </a:prstGeom>
          <a:ln w="6350"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타원 17">
            <a:extLst>
              <a:ext uri="{FF2B5EF4-FFF2-40B4-BE49-F238E27FC236}">
                <a16:creationId xmlns:a16="http://schemas.microsoft.com/office/drawing/2014/main" id="{B1EB4CBD-C19D-9E5D-D5CC-9CD1CF319274}"/>
              </a:ext>
            </a:extLst>
          </p:cNvPr>
          <p:cNvSpPr/>
          <p:nvPr userDrawn="1"/>
        </p:nvSpPr>
        <p:spPr>
          <a:xfrm>
            <a:off x="7179735" y="3052233"/>
            <a:ext cx="137584" cy="137584"/>
          </a:xfrm>
          <a:prstGeom prst="ellipse">
            <a:avLst/>
          </a:prstGeom>
          <a:solidFill>
            <a:srgbClr val="A6ADD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800"/>
          </a:p>
        </p:txBody>
      </p:sp>
      <p:sp>
        <p:nvSpPr>
          <p:cNvPr id="19" name="타원 18">
            <a:extLst>
              <a:ext uri="{FF2B5EF4-FFF2-40B4-BE49-F238E27FC236}">
                <a16:creationId xmlns:a16="http://schemas.microsoft.com/office/drawing/2014/main" id="{8BD8D91C-CFE0-A581-8CBF-A19929C9930D}"/>
              </a:ext>
            </a:extLst>
          </p:cNvPr>
          <p:cNvSpPr/>
          <p:nvPr userDrawn="1"/>
        </p:nvSpPr>
        <p:spPr>
          <a:xfrm>
            <a:off x="5901463" y="968199"/>
            <a:ext cx="79553" cy="79553"/>
          </a:xfrm>
          <a:prstGeom prst="ellipse">
            <a:avLst/>
          </a:prstGeom>
          <a:solidFill>
            <a:schemeClr val="accent1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800"/>
          </a:p>
        </p:txBody>
      </p:sp>
      <p:sp>
        <p:nvSpPr>
          <p:cNvPr id="20" name="타원 19">
            <a:extLst>
              <a:ext uri="{FF2B5EF4-FFF2-40B4-BE49-F238E27FC236}">
                <a16:creationId xmlns:a16="http://schemas.microsoft.com/office/drawing/2014/main" id="{98D6BEF6-3312-DB2D-3D25-8E3F23D25328}"/>
              </a:ext>
            </a:extLst>
          </p:cNvPr>
          <p:cNvSpPr/>
          <p:nvPr userDrawn="1"/>
        </p:nvSpPr>
        <p:spPr>
          <a:xfrm>
            <a:off x="3826935" y="664633"/>
            <a:ext cx="137584" cy="137584"/>
          </a:xfrm>
          <a:prstGeom prst="ellipse">
            <a:avLst/>
          </a:prstGeom>
          <a:solidFill>
            <a:srgbClr val="A6ADD6">
              <a:alpha val="3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800"/>
          </a:p>
        </p:txBody>
      </p:sp>
      <p:sp>
        <p:nvSpPr>
          <p:cNvPr id="25" name="텍스트 개체 틀 22">
            <a:extLst>
              <a:ext uri="{FF2B5EF4-FFF2-40B4-BE49-F238E27FC236}">
                <a16:creationId xmlns:a16="http://schemas.microsoft.com/office/drawing/2014/main" id="{DC6F003A-3DBE-AF91-AA4C-E2AEAACDDDC7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259216" y="4607118"/>
            <a:ext cx="2253020" cy="3254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lvl1pPr marL="0" indent="0">
              <a:buFontTx/>
              <a:buNone/>
              <a:defRPr lang="ko-KR" altLang="en-US" sz="1400" spc="-51" dirty="0" smtClean="0">
                <a:solidFill>
                  <a:schemeClr val="tx2"/>
                </a:solidFill>
                <a:latin typeface="나눔스퀘어 네오 OTF ExtraBold" panose="00000900000000000000" pitchFamily="50" charset="-127"/>
                <a:ea typeface="나눔스퀘어 네오 OTF ExtraBold" panose="00000900000000000000" pitchFamily="50" charset="-127"/>
              </a:defRPr>
            </a:lvl1pPr>
            <a:lvl2pPr>
              <a:defRPr lang="ko-KR" altLang="en-US" sz="1800" dirty="0" smtClean="0"/>
            </a:lvl2pPr>
            <a:lvl3pPr>
              <a:defRPr lang="ko-KR" altLang="en-US" sz="1800" dirty="0" smtClean="0"/>
            </a:lvl3pPr>
            <a:lvl4pPr>
              <a:defRPr lang="ko-KR" altLang="en-US" dirty="0" smtClean="0"/>
            </a:lvl4pPr>
            <a:lvl5pPr>
              <a:defRPr lang="ko-KR" altLang="en-US" dirty="0"/>
            </a:lvl5pPr>
          </a:lstStyle>
          <a:p>
            <a:pPr marL="0" lvl="0" defTabSz="457189" latinLnBrk="0"/>
            <a:r>
              <a:rPr lang="ko-KR" altLang="en-US" dirty="0"/>
              <a:t>제목을 입력하세요</a:t>
            </a:r>
          </a:p>
        </p:txBody>
      </p:sp>
      <p:sp>
        <p:nvSpPr>
          <p:cNvPr id="14" name="타원 13">
            <a:extLst>
              <a:ext uri="{FF2B5EF4-FFF2-40B4-BE49-F238E27FC236}">
                <a16:creationId xmlns:a16="http://schemas.microsoft.com/office/drawing/2014/main" id="{1FE9924A-76C7-483D-B875-A15098FBB4C0}"/>
              </a:ext>
            </a:extLst>
          </p:cNvPr>
          <p:cNvSpPr/>
          <p:nvPr userDrawn="1"/>
        </p:nvSpPr>
        <p:spPr>
          <a:xfrm>
            <a:off x="2511858" y="3592726"/>
            <a:ext cx="338554" cy="338554"/>
          </a:xfrm>
          <a:prstGeom prst="ellipse">
            <a:avLst/>
          </a:prstGeom>
          <a:solidFill>
            <a:srgbClr val="A6ADD6">
              <a:alpha val="1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800"/>
          </a:p>
        </p:txBody>
      </p:sp>
      <p:sp>
        <p:nvSpPr>
          <p:cNvPr id="16" name="타원 15">
            <a:extLst>
              <a:ext uri="{FF2B5EF4-FFF2-40B4-BE49-F238E27FC236}">
                <a16:creationId xmlns:a16="http://schemas.microsoft.com/office/drawing/2014/main" id="{9E5898F9-800B-429D-AFD2-3FCBC058C605}"/>
              </a:ext>
            </a:extLst>
          </p:cNvPr>
          <p:cNvSpPr/>
          <p:nvPr userDrawn="1"/>
        </p:nvSpPr>
        <p:spPr>
          <a:xfrm>
            <a:off x="866430" y="5249009"/>
            <a:ext cx="226109" cy="226109"/>
          </a:xfrm>
          <a:prstGeom prst="ellipse">
            <a:avLst/>
          </a:prstGeom>
          <a:solidFill>
            <a:schemeClr val="accent1">
              <a:lumMod val="40000"/>
              <a:lumOff val="60000"/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800"/>
          </a:p>
        </p:txBody>
      </p:sp>
    </p:spTree>
    <p:extLst>
      <p:ext uri="{BB962C8B-B14F-4D97-AF65-F5344CB8AC3E}">
        <p14:creationId xmlns:p14="http://schemas.microsoft.com/office/powerpoint/2010/main" val="145335064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목차_페이지제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>
            <a:extLst>
              <a:ext uri="{FF2B5EF4-FFF2-40B4-BE49-F238E27FC236}">
                <a16:creationId xmlns:a16="http://schemas.microsoft.com/office/drawing/2014/main" id="{66FA7DCB-61B1-D032-7F31-A3291FD0AF65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t="45130"/>
          <a:stretch/>
        </p:blipFill>
        <p:spPr>
          <a:xfrm>
            <a:off x="82497" y="0"/>
            <a:ext cx="9061504" cy="5550900"/>
          </a:xfrm>
          <a:prstGeom prst="rect">
            <a:avLst/>
          </a:prstGeom>
        </p:spPr>
      </p:pic>
      <p:sp>
        <p:nvSpPr>
          <p:cNvPr id="32" name="텍스트 개체 틀 31">
            <a:extLst>
              <a:ext uri="{FF2B5EF4-FFF2-40B4-BE49-F238E27FC236}">
                <a16:creationId xmlns:a16="http://schemas.microsoft.com/office/drawing/2014/main" id="{B21A4C96-C6FE-13EA-04B0-3BCF734024E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187103" y="4695918"/>
            <a:ext cx="2194675" cy="1129155"/>
          </a:xfrm>
          <a:prstGeom prst="rect">
            <a:avLst/>
          </a:prstGeom>
        </p:spPr>
        <p:txBody>
          <a:bodyPr>
            <a:spAutoFit/>
          </a:bodyPr>
          <a:lstStyle>
            <a:lvl1pPr marL="0" indent="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FontTx/>
              <a:buNone/>
              <a:defRPr lang="ko-KR" altLang="en-US" sz="1100" kern="1200" dirty="0" smtClean="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189" indent="0">
              <a:buFontTx/>
              <a:buNone/>
              <a:defRPr lang="ko-KR" altLang="en-US" sz="1100" kern="1200" dirty="0" smtClean="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377" indent="0">
              <a:buFontTx/>
              <a:buNone/>
              <a:defRPr lang="ko-KR" altLang="en-US" sz="1100" kern="1200" dirty="0" smtClean="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566" indent="0">
              <a:buFontTx/>
              <a:buNone/>
              <a:defRPr lang="ko-KR" altLang="en-US" sz="1100" kern="1200" dirty="0" smtClean="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754" indent="0">
              <a:buFontTx/>
              <a:buNone/>
              <a:defRPr lang="ko-KR" altLang="en-US" sz="1100" kern="1200" dirty="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ko-KR" altLang="en-US" dirty="0"/>
              <a:t>페이지 제목을 입력하세요</a:t>
            </a:r>
            <a:endParaRPr lang="en-US" altLang="ko-KR" dirty="0"/>
          </a:p>
          <a:p>
            <a:pPr lvl="0"/>
            <a:r>
              <a:rPr lang="ko-KR" altLang="en-US" dirty="0"/>
              <a:t>페이지 제목을 입력하세요</a:t>
            </a:r>
            <a:endParaRPr lang="en-US" altLang="ko-KR" dirty="0"/>
          </a:p>
          <a:p>
            <a:pPr lvl="0"/>
            <a:r>
              <a:rPr lang="ko-KR" altLang="en-US" dirty="0"/>
              <a:t>페이지 제목을 입력하세요</a:t>
            </a:r>
            <a:endParaRPr lang="en-US" altLang="ko-KR" dirty="0"/>
          </a:p>
          <a:p>
            <a:pPr lvl="0"/>
            <a:r>
              <a:rPr lang="ko-KR" altLang="en-US" dirty="0"/>
              <a:t>페이지 제목을 입력하세요</a:t>
            </a:r>
          </a:p>
        </p:txBody>
      </p:sp>
      <p:sp>
        <p:nvSpPr>
          <p:cNvPr id="33" name="텍스트 개체 틀 31">
            <a:extLst>
              <a:ext uri="{FF2B5EF4-FFF2-40B4-BE49-F238E27FC236}">
                <a16:creationId xmlns:a16="http://schemas.microsoft.com/office/drawing/2014/main" id="{866ED4BD-5376-B665-C460-4F7BE60146DC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7814232" y="4695918"/>
            <a:ext cx="442153" cy="1129155"/>
          </a:xfrm>
          <a:prstGeom prst="rect">
            <a:avLst/>
          </a:prstGeom>
        </p:spPr>
        <p:txBody>
          <a:bodyPr>
            <a:sp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FontTx/>
              <a:buNone/>
              <a:defRPr lang="ko-KR" altLang="en-US" sz="1100" kern="1200" dirty="0" smtClean="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189" indent="0">
              <a:buFontTx/>
              <a:buNone/>
              <a:defRPr lang="ko-KR" altLang="en-US" sz="1100" kern="1200" dirty="0" smtClean="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377" indent="0">
              <a:buFontTx/>
              <a:buNone/>
              <a:defRPr lang="ko-KR" altLang="en-US" sz="1100" kern="1200" dirty="0" smtClean="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566" indent="0">
              <a:buFontTx/>
              <a:buNone/>
              <a:defRPr lang="ko-KR" altLang="en-US" sz="1100" kern="1200" dirty="0" smtClean="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754" indent="0">
              <a:buFontTx/>
              <a:buNone/>
              <a:defRPr lang="ko-KR" altLang="en-US" sz="1100" kern="1200" dirty="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altLang="ko-KR" dirty="0"/>
              <a:t>3p</a:t>
            </a:r>
          </a:p>
          <a:p>
            <a:pPr lvl="0"/>
            <a:r>
              <a:rPr lang="en-US" altLang="ko-KR" dirty="0"/>
              <a:t>4p</a:t>
            </a:r>
          </a:p>
          <a:p>
            <a:pPr lvl="0"/>
            <a:r>
              <a:rPr lang="en-US" altLang="ko-KR" dirty="0"/>
              <a:t>5p</a:t>
            </a:r>
          </a:p>
          <a:p>
            <a:pPr lvl="0"/>
            <a:r>
              <a:rPr lang="en-US" altLang="ko-KR" dirty="0"/>
              <a:t>12p</a:t>
            </a:r>
            <a:endParaRPr lang="ko-KR" altLang="en-US" dirty="0"/>
          </a:p>
        </p:txBody>
      </p:sp>
      <p:sp>
        <p:nvSpPr>
          <p:cNvPr id="21" name="텍스트 개체 틀 22">
            <a:extLst>
              <a:ext uri="{FF2B5EF4-FFF2-40B4-BE49-F238E27FC236}">
                <a16:creationId xmlns:a16="http://schemas.microsoft.com/office/drawing/2014/main" id="{F2E15DB0-7F08-4AFA-56CB-768A62EBBE8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175645" y="4210428"/>
            <a:ext cx="3080740" cy="3254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lvl1pPr marL="0" indent="0">
              <a:buFontTx/>
              <a:buNone/>
              <a:defRPr lang="ko-KR" altLang="en-US" sz="1400" spc="-51" dirty="0" smtClean="0">
                <a:solidFill>
                  <a:schemeClr val="tx2"/>
                </a:solidFill>
                <a:latin typeface="나눔스퀘어 네오 OTF ExtraBold" panose="00000900000000000000" pitchFamily="50" charset="-127"/>
                <a:ea typeface="나눔스퀘어 네오 OTF ExtraBold" panose="00000900000000000000" pitchFamily="50" charset="-127"/>
              </a:defRPr>
            </a:lvl1pPr>
            <a:lvl2pPr>
              <a:defRPr lang="ko-KR" altLang="en-US" sz="1800" dirty="0" smtClean="0"/>
            </a:lvl2pPr>
            <a:lvl3pPr>
              <a:defRPr lang="ko-KR" altLang="en-US" sz="1800" dirty="0" smtClean="0"/>
            </a:lvl3pPr>
            <a:lvl4pPr>
              <a:defRPr lang="ko-KR" altLang="en-US" dirty="0" smtClean="0"/>
            </a:lvl4pPr>
            <a:lvl5pPr>
              <a:defRPr lang="ko-KR" altLang="en-US" dirty="0"/>
            </a:lvl5pPr>
          </a:lstStyle>
          <a:p>
            <a:pPr marL="0" lvl="0" defTabSz="457189" latinLnBrk="0"/>
            <a:r>
              <a:rPr lang="ko-KR" altLang="en-US" dirty="0"/>
              <a:t>제목을 입력하세요</a:t>
            </a:r>
          </a:p>
        </p:txBody>
      </p:sp>
      <p:sp>
        <p:nvSpPr>
          <p:cNvPr id="3" name="타원 2">
            <a:extLst>
              <a:ext uri="{FF2B5EF4-FFF2-40B4-BE49-F238E27FC236}">
                <a16:creationId xmlns:a16="http://schemas.microsoft.com/office/drawing/2014/main" id="{AC8E6660-B4E0-E33F-F933-89D94BEF59DF}"/>
              </a:ext>
            </a:extLst>
          </p:cNvPr>
          <p:cNvSpPr/>
          <p:nvPr userDrawn="1"/>
        </p:nvSpPr>
        <p:spPr>
          <a:xfrm>
            <a:off x="7179735" y="3052233"/>
            <a:ext cx="137584" cy="137584"/>
          </a:xfrm>
          <a:prstGeom prst="ellipse">
            <a:avLst/>
          </a:prstGeom>
          <a:solidFill>
            <a:srgbClr val="A6ADD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800"/>
          </a:p>
        </p:txBody>
      </p:sp>
      <p:sp>
        <p:nvSpPr>
          <p:cNvPr id="4" name="타원 3">
            <a:extLst>
              <a:ext uri="{FF2B5EF4-FFF2-40B4-BE49-F238E27FC236}">
                <a16:creationId xmlns:a16="http://schemas.microsoft.com/office/drawing/2014/main" id="{4768F94C-BD7C-7DD5-0B46-1FAB4F4BBDAE}"/>
              </a:ext>
            </a:extLst>
          </p:cNvPr>
          <p:cNvSpPr/>
          <p:nvPr userDrawn="1"/>
        </p:nvSpPr>
        <p:spPr>
          <a:xfrm>
            <a:off x="5901463" y="968199"/>
            <a:ext cx="79553" cy="79553"/>
          </a:xfrm>
          <a:prstGeom prst="ellipse">
            <a:avLst/>
          </a:prstGeom>
          <a:solidFill>
            <a:schemeClr val="accent1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800"/>
          </a:p>
        </p:txBody>
      </p:sp>
      <p:sp>
        <p:nvSpPr>
          <p:cNvPr id="5" name="타원 4">
            <a:extLst>
              <a:ext uri="{FF2B5EF4-FFF2-40B4-BE49-F238E27FC236}">
                <a16:creationId xmlns:a16="http://schemas.microsoft.com/office/drawing/2014/main" id="{64AA6C7A-F6C3-D1E3-7B22-3CD785A66236}"/>
              </a:ext>
            </a:extLst>
          </p:cNvPr>
          <p:cNvSpPr/>
          <p:nvPr userDrawn="1"/>
        </p:nvSpPr>
        <p:spPr>
          <a:xfrm>
            <a:off x="3826935" y="664633"/>
            <a:ext cx="137584" cy="137584"/>
          </a:xfrm>
          <a:prstGeom prst="ellipse">
            <a:avLst/>
          </a:prstGeom>
          <a:solidFill>
            <a:srgbClr val="A6ADD6">
              <a:alpha val="3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800"/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20DD6195-6491-331A-777E-BDA9A3092AAA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1462" y="1152347"/>
            <a:ext cx="1456845" cy="149358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DB2EE352-7DBE-640A-E05A-60F682BCF7B5}"/>
              </a:ext>
            </a:extLst>
          </p:cNvPr>
          <p:cNvSpPr txBox="1"/>
          <p:nvPr userDrawn="1"/>
        </p:nvSpPr>
        <p:spPr>
          <a:xfrm>
            <a:off x="545214" y="1376243"/>
            <a:ext cx="217694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en-US"/>
            </a:defPPr>
            <a:lvl1pPr algn="ctr">
              <a:defRPr sz="1600" spc="-70">
                <a:solidFill>
                  <a:schemeClr val="tx2">
                    <a:lumMod val="50000"/>
                  </a:schemeClr>
                </a:solidFill>
                <a:latin typeface="나눔스퀘어 네오 ExtraBold" panose="00000900000000000000" pitchFamily="2" charset="-127"/>
                <a:ea typeface="나눔스퀘어 네오 ExtraBold" panose="00000900000000000000" pitchFamily="2" charset="-127"/>
              </a:defRPr>
            </a:lvl1pPr>
          </a:lstStyle>
          <a:p>
            <a:pPr algn="l"/>
            <a:r>
              <a:rPr lang="en-US" altLang="ko-KR" sz="1600" spc="0" dirty="0">
                <a:latin typeface="+mj-ea"/>
                <a:ea typeface="+mj-ea"/>
              </a:rPr>
              <a:t>TABLE OF CONTENTS</a:t>
            </a:r>
            <a:endParaRPr lang="ko-KR" altLang="en-US" sz="1600" spc="0" dirty="0">
              <a:latin typeface="+mj-ea"/>
              <a:ea typeface="+mj-ea"/>
            </a:endParaRPr>
          </a:p>
        </p:txBody>
      </p:sp>
      <p:sp>
        <p:nvSpPr>
          <p:cNvPr id="11" name="타원 10">
            <a:extLst>
              <a:ext uri="{FF2B5EF4-FFF2-40B4-BE49-F238E27FC236}">
                <a16:creationId xmlns:a16="http://schemas.microsoft.com/office/drawing/2014/main" id="{1F3FA4A7-E5CE-2A01-DC54-DD5C409F9A44}"/>
              </a:ext>
            </a:extLst>
          </p:cNvPr>
          <p:cNvSpPr/>
          <p:nvPr userDrawn="1"/>
        </p:nvSpPr>
        <p:spPr>
          <a:xfrm>
            <a:off x="2511858" y="3592726"/>
            <a:ext cx="338554" cy="338554"/>
          </a:xfrm>
          <a:prstGeom prst="ellipse">
            <a:avLst/>
          </a:prstGeom>
          <a:solidFill>
            <a:srgbClr val="A6ADD6">
              <a:alpha val="1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800"/>
          </a:p>
        </p:txBody>
      </p:sp>
      <p:sp>
        <p:nvSpPr>
          <p:cNvPr id="13" name="타원 12">
            <a:extLst>
              <a:ext uri="{FF2B5EF4-FFF2-40B4-BE49-F238E27FC236}">
                <a16:creationId xmlns:a16="http://schemas.microsoft.com/office/drawing/2014/main" id="{C1B99F5D-E814-B17B-B154-452A3EE04247}"/>
              </a:ext>
            </a:extLst>
          </p:cNvPr>
          <p:cNvSpPr/>
          <p:nvPr userDrawn="1"/>
        </p:nvSpPr>
        <p:spPr>
          <a:xfrm>
            <a:off x="866430" y="5249009"/>
            <a:ext cx="226109" cy="226109"/>
          </a:xfrm>
          <a:prstGeom prst="ellipse">
            <a:avLst/>
          </a:prstGeom>
          <a:solidFill>
            <a:schemeClr val="accent1">
              <a:lumMod val="40000"/>
              <a:lumOff val="60000"/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800"/>
          </a:p>
        </p:txBody>
      </p:sp>
      <p:cxnSp>
        <p:nvCxnSpPr>
          <p:cNvPr id="36" name="직선 연결선 35">
            <a:extLst>
              <a:ext uri="{FF2B5EF4-FFF2-40B4-BE49-F238E27FC236}">
                <a16:creationId xmlns:a16="http://schemas.microsoft.com/office/drawing/2014/main" id="{D55F8BD5-F554-4428-961E-235506ECA476}"/>
              </a:ext>
            </a:extLst>
          </p:cNvPr>
          <p:cNvCxnSpPr/>
          <p:nvPr userDrawn="1"/>
        </p:nvCxnSpPr>
        <p:spPr>
          <a:xfrm>
            <a:off x="5278967" y="4569753"/>
            <a:ext cx="2885550" cy="0"/>
          </a:xfrm>
          <a:prstGeom prst="line">
            <a:avLst/>
          </a:prstGeom>
          <a:ln w="12700"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474748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2160" userDrawn="1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목차_페이지제목_chapter 없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>
            <a:extLst>
              <a:ext uri="{FF2B5EF4-FFF2-40B4-BE49-F238E27FC236}">
                <a16:creationId xmlns:a16="http://schemas.microsoft.com/office/drawing/2014/main" id="{66FA7DCB-61B1-D032-7F31-A3291FD0AF65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t="45130"/>
          <a:stretch/>
        </p:blipFill>
        <p:spPr>
          <a:xfrm>
            <a:off x="82497" y="0"/>
            <a:ext cx="9061504" cy="5550900"/>
          </a:xfrm>
          <a:prstGeom prst="rect">
            <a:avLst/>
          </a:prstGeom>
        </p:spPr>
      </p:pic>
      <p:sp>
        <p:nvSpPr>
          <p:cNvPr id="32" name="텍스트 개체 틀 31">
            <a:extLst>
              <a:ext uri="{FF2B5EF4-FFF2-40B4-BE49-F238E27FC236}">
                <a16:creationId xmlns:a16="http://schemas.microsoft.com/office/drawing/2014/main" id="{B21A4C96-C6FE-13EA-04B0-3BCF734024E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187103" y="4695918"/>
            <a:ext cx="2194675" cy="1129155"/>
          </a:xfrm>
          <a:prstGeom prst="rect">
            <a:avLst/>
          </a:prstGeom>
        </p:spPr>
        <p:txBody>
          <a:bodyPr>
            <a:spAutoFit/>
          </a:bodyPr>
          <a:lstStyle>
            <a:lvl1pPr marL="0" indent="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FontTx/>
              <a:buNone/>
              <a:defRPr lang="ko-KR" altLang="en-US" sz="1100" kern="1200" dirty="0" smtClean="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189" indent="0">
              <a:buFontTx/>
              <a:buNone/>
              <a:defRPr lang="ko-KR" altLang="en-US" sz="1100" kern="1200" dirty="0" smtClean="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377" indent="0">
              <a:buFontTx/>
              <a:buNone/>
              <a:defRPr lang="ko-KR" altLang="en-US" sz="1100" kern="1200" dirty="0" smtClean="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566" indent="0">
              <a:buFontTx/>
              <a:buNone/>
              <a:defRPr lang="ko-KR" altLang="en-US" sz="1100" kern="1200" dirty="0" smtClean="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754" indent="0">
              <a:buFontTx/>
              <a:buNone/>
              <a:defRPr lang="ko-KR" altLang="en-US" sz="1100" kern="1200" dirty="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ko-KR" altLang="en-US" dirty="0"/>
              <a:t>페이지 제목을 입력하세요</a:t>
            </a:r>
            <a:endParaRPr lang="en-US" altLang="ko-KR" dirty="0"/>
          </a:p>
          <a:p>
            <a:pPr lvl="0"/>
            <a:r>
              <a:rPr lang="ko-KR" altLang="en-US" dirty="0"/>
              <a:t>페이지 제목을 입력하세요</a:t>
            </a:r>
            <a:endParaRPr lang="en-US" altLang="ko-KR" dirty="0"/>
          </a:p>
          <a:p>
            <a:pPr lvl="0"/>
            <a:r>
              <a:rPr lang="ko-KR" altLang="en-US" dirty="0"/>
              <a:t>페이지 제목을 입력하세요</a:t>
            </a:r>
            <a:endParaRPr lang="en-US" altLang="ko-KR" dirty="0"/>
          </a:p>
          <a:p>
            <a:pPr lvl="0"/>
            <a:r>
              <a:rPr lang="ko-KR" altLang="en-US" dirty="0"/>
              <a:t>페이지 제목을 입력하세요</a:t>
            </a:r>
          </a:p>
        </p:txBody>
      </p:sp>
      <p:sp>
        <p:nvSpPr>
          <p:cNvPr id="33" name="텍스트 개체 틀 31">
            <a:extLst>
              <a:ext uri="{FF2B5EF4-FFF2-40B4-BE49-F238E27FC236}">
                <a16:creationId xmlns:a16="http://schemas.microsoft.com/office/drawing/2014/main" id="{866ED4BD-5376-B665-C460-4F7BE60146DC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7814232" y="4695918"/>
            <a:ext cx="442153" cy="1129155"/>
          </a:xfrm>
          <a:prstGeom prst="rect">
            <a:avLst/>
          </a:prstGeom>
        </p:spPr>
        <p:txBody>
          <a:bodyPr>
            <a:sp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FontTx/>
              <a:buNone/>
              <a:defRPr lang="ko-KR" altLang="en-US" sz="1100" kern="1200" dirty="0" smtClean="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189" indent="0">
              <a:buFontTx/>
              <a:buNone/>
              <a:defRPr lang="ko-KR" altLang="en-US" sz="1100" kern="1200" dirty="0" smtClean="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377" indent="0">
              <a:buFontTx/>
              <a:buNone/>
              <a:defRPr lang="ko-KR" altLang="en-US" sz="1100" kern="1200" dirty="0" smtClean="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566" indent="0">
              <a:buFontTx/>
              <a:buNone/>
              <a:defRPr lang="ko-KR" altLang="en-US" sz="1100" kern="1200" dirty="0" smtClean="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754" indent="0">
              <a:buFontTx/>
              <a:buNone/>
              <a:defRPr lang="ko-KR" altLang="en-US" sz="1100" kern="1200" dirty="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altLang="ko-KR" dirty="0"/>
              <a:t>3p</a:t>
            </a:r>
          </a:p>
          <a:p>
            <a:pPr lvl="0"/>
            <a:r>
              <a:rPr lang="en-US" altLang="ko-KR" dirty="0"/>
              <a:t>4p</a:t>
            </a:r>
          </a:p>
          <a:p>
            <a:pPr lvl="0"/>
            <a:r>
              <a:rPr lang="en-US" altLang="ko-KR" dirty="0"/>
              <a:t>5p</a:t>
            </a:r>
          </a:p>
          <a:p>
            <a:pPr lvl="0"/>
            <a:r>
              <a:rPr lang="en-US" altLang="ko-KR" dirty="0"/>
              <a:t>12p</a:t>
            </a:r>
            <a:endParaRPr lang="ko-KR" altLang="en-US" dirty="0"/>
          </a:p>
        </p:txBody>
      </p:sp>
      <p:sp>
        <p:nvSpPr>
          <p:cNvPr id="3" name="타원 2">
            <a:extLst>
              <a:ext uri="{FF2B5EF4-FFF2-40B4-BE49-F238E27FC236}">
                <a16:creationId xmlns:a16="http://schemas.microsoft.com/office/drawing/2014/main" id="{AC8E6660-B4E0-E33F-F933-89D94BEF59DF}"/>
              </a:ext>
            </a:extLst>
          </p:cNvPr>
          <p:cNvSpPr/>
          <p:nvPr userDrawn="1"/>
        </p:nvSpPr>
        <p:spPr>
          <a:xfrm>
            <a:off x="7179735" y="3052233"/>
            <a:ext cx="137584" cy="137584"/>
          </a:xfrm>
          <a:prstGeom prst="ellipse">
            <a:avLst/>
          </a:prstGeom>
          <a:solidFill>
            <a:srgbClr val="A6ADD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800"/>
          </a:p>
        </p:txBody>
      </p:sp>
      <p:sp>
        <p:nvSpPr>
          <p:cNvPr id="4" name="타원 3">
            <a:extLst>
              <a:ext uri="{FF2B5EF4-FFF2-40B4-BE49-F238E27FC236}">
                <a16:creationId xmlns:a16="http://schemas.microsoft.com/office/drawing/2014/main" id="{4768F94C-BD7C-7DD5-0B46-1FAB4F4BBDAE}"/>
              </a:ext>
            </a:extLst>
          </p:cNvPr>
          <p:cNvSpPr/>
          <p:nvPr userDrawn="1"/>
        </p:nvSpPr>
        <p:spPr>
          <a:xfrm>
            <a:off x="5901463" y="968199"/>
            <a:ext cx="79553" cy="79553"/>
          </a:xfrm>
          <a:prstGeom prst="ellipse">
            <a:avLst/>
          </a:prstGeom>
          <a:solidFill>
            <a:schemeClr val="accent1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800"/>
          </a:p>
        </p:txBody>
      </p:sp>
      <p:sp>
        <p:nvSpPr>
          <p:cNvPr id="5" name="타원 4">
            <a:extLst>
              <a:ext uri="{FF2B5EF4-FFF2-40B4-BE49-F238E27FC236}">
                <a16:creationId xmlns:a16="http://schemas.microsoft.com/office/drawing/2014/main" id="{64AA6C7A-F6C3-D1E3-7B22-3CD785A66236}"/>
              </a:ext>
            </a:extLst>
          </p:cNvPr>
          <p:cNvSpPr/>
          <p:nvPr userDrawn="1"/>
        </p:nvSpPr>
        <p:spPr>
          <a:xfrm>
            <a:off x="3826935" y="664633"/>
            <a:ext cx="137584" cy="137584"/>
          </a:xfrm>
          <a:prstGeom prst="ellipse">
            <a:avLst/>
          </a:prstGeom>
          <a:solidFill>
            <a:srgbClr val="A6ADD6">
              <a:alpha val="3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800"/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20DD6195-6491-331A-777E-BDA9A3092AAA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1462" y="1152347"/>
            <a:ext cx="1456845" cy="149358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DB2EE352-7DBE-640A-E05A-60F682BCF7B5}"/>
              </a:ext>
            </a:extLst>
          </p:cNvPr>
          <p:cNvSpPr txBox="1"/>
          <p:nvPr userDrawn="1"/>
        </p:nvSpPr>
        <p:spPr>
          <a:xfrm>
            <a:off x="545214" y="1376243"/>
            <a:ext cx="217694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en-US"/>
            </a:defPPr>
            <a:lvl1pPr algn="ctr">
              <a:defRPr sz="1600" spc="-70">
                <a:solidFill>
                  <a:schemeClr val="tx2">
                    <a:lumMod val="50000"/>
                  </a:schemeClr>
                </a:solidFill>
                <a:latin typeface="나눔스퀘어 네오 ExtraBold" panose="00000900000000000000" pitchFamily="2" charset="-127"/>
                <a:ea typeface="나눔스퀘어 네오 ExtraBold" panose="00000900000000000000" pitchFamily="2" charset="-127"/>
              </a:defRPr>
            </a:lvl1pPr>
          </a:lstStyle>
          <a:p>
            <a:pPr algn="l"/>
            <a:r>
              <a:rPr lang="en-US" altLang="ko-KR" sz="1600" spc="0" dirty="0">
                <a:latin typeface="+mj-ea"/>
                <a:ea typeface="+mj-ea"/>
              </a:rPr>
              <a:t>TABLE OF CONTENTS</a:t>
            </a:r>
            <a:endParaRPr lang="ko-KR" altLang="en-US" sz="1600" spc="0" dirty="0">
              <a:latin typeface="+mj-ea"/>
              <a:ea typeface="+mj-ea"/>
            </a:endParaRPr>
          </a:p>
        </p:txBody>
      </p:sp>
      <p:sp>
        <p:nvSpPr>
          <p:cNvPr id="11" name="타원 10">
            <a:extLst>
              <a:ext uri="{FF2B5EF4-FFF2-40B4-BE49-F238E27FC236}">
                <a16:creationId xmlns:a16="http://schemas.microsoft.com/office/drawing/2014/main" id="{1F3FA4A7-E5CE-2A01-DC54-DD5C409F9A44}"/>
              </a:ext>
            </a:extLst>
          </p:cNvPr>
          <p:cNvSpPr/>
          <p:nvPr userDrawn="1"/>
        </p:nvSpPr>
        <p:spPr>
          <a:xfrm>
            <a:off x="2511858" y="3592726"/>
            <a:ext cx="338554" cy="338554"/>
          </a:xfrm>
          <a:prstGeom prst="ellipse">
            <a:avLst/>
          </a:prstGeom>
          <a:solidFill>
            <a:srgbClr val="A6ADD6">
              <a:alpha val="1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800"/>
          </a:p>
        </p:txBody>
      </p:sp>
      <p:sp>
        <p:nvSpPr>
          <p:cNvPr id="13" name="타원 12">
            <a:extLst>
              <a:ext uri="{FF2B5EF4-FFF2-40B4-BE49-F238E27FC236}">
                <a16:creationId xmlns:a16="http://schemas.microsoft.com/office/drawing/2014/main" id="{C1B99F5D-E814-B17B-B154-452A3EE04247}"/>
              </a:ext>
            </a:extLst>
          </p:cNvPr>
          <p:cNvSpPr/>
          <p:nvPr userDrawn="1"/>
        </p:nvSpPr>
        <p:spPr>
          <a:xfrm>
            <a:off x="866430" y="5249009"/>
            <a:ext cx="226109" cy="226109"/>
          </a:xfrm>
          <a:prstGeom prst="ellipse">
            <a:avLst/>
          </a:prstGeom>
          <a:solidFill>
            <a:schemeClr val="accent1">
              <a:lumMod val="40000"/>
              <a:lumOff val="60000"/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800"/>
          </a:p>
        </p:txBody>
      </p:sp>
    </p:spTree>
    <p:extLst>
      <p:ext uri="{BB962C8B-B14F-4D97-AF65-F5344CB8AC3E}">
        <p14:creationId xmlns:p14="http://schemas.microsoft.com/office/powerpoint/2010/main" val="268636001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2160" userDrawn="1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간지">
    <p:bg>
      <p:bgPr>
        <a:solidFill>
          <a:schemeClr val="tx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CFE54452-7FD0-657A-1F2D-D297E442B0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86376" y="6492879"/>
            <a:ext cx="423333" cy="365125"/>
          </a:xfrm>
        </p:spPr>
        <p:txBody>
          <a:bodyPr/>
          <a:lstStyle>
            <a:lvl1pPr algn="r">
              <a:defRPr sz="700">
                <a:solidFill>
                  <a:schemeClr val="bg1"/>
                </a:solidFill>
              </a:defRPr>
            </a:lvl1pPr>
          </a:lstStyle>
          <a:p>
            <a:fld id="{5BCDA562-D163-4743-A5E0-EF338EDE3E78}" type="slidenum">
              <a:rPr lang="en-US" altLang="ko-KR" smtClean="0"/>
              <a:pPr/>
              <a:t>‹#›</a:t>
            </a:fld>
            <a:endParaRPr lang="en-US" dirty="0"/>
          </a:p>
        </p:txBody>
      </p:sp>
      <p:pic>
        <p:nvPicPr>
          <p:cNvPr id="6" name="그래픽 5">
            <a:extLst>
              <a:ext uri="{FF2B5EF4-FFF2-40B4-BE49-F238E27FC236}">
                <a16:creationId xmlns:a16="http://schemas.microsoft.com/office/drawing/2014/main" id="{69D232EE-31E2-C8ED-C6A7-F27960CBA965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27059" t="-19957" r="2368" b="10975"/>
          <a:stretch/>
        </p:blipFill>
        <p:spPr>
          <a:xfrm>
            <a:off x="0" y="1439924"/>
            <a:ext cx="9144000" cy="5418076"/>
          </a:xfrm>
          <a:prstGeom prst="rect">
            <a:avLst/>
          </a:prstGeom>
        </p:spPr>
      </p:pic>
      <p:sp>
        <p:nvSpPr>
          <p:cNvPr id="7" name="타원 6">
            <a:extLst>
              <a:ext uri="{FF2B5EF4-FFF2-40B4-BE49-F238E27FC236}">
                <a16:creationId xmlns:a16="http://schemas.microsoft.com/office/drawing/2014/main" id="{14B5D0A1-D498-0F76-F8D5-E764FDDA3A81}"/>
              </a:ext>
            </a:extLst>
          </p:cNvPr>
          <p:cNvSpPr/>
          <p:nvPr userDrawn="1"/>
        </p:nvSpPr>
        <p:spPr>
          <a:xfrm>
            <a:off x="1540042" y="3353402"/>
            <a:ext cx="199724" cy="199724"/>
          </a:xfrm>
          <a:prstGeom prst="ellipse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80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08AB9024-B0A9-7454-3A53-F627B35A54B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28650" y="3070861"/>
            <a:ext cx="7886700" cy="369332"/>
          </a:xfrm>
        </p:spPr>
        <p:txBody>
          <a:bodyPr anchor="b">
            <a:spAutoFit/>
          </a:bodyPr>
          <a:lstStyle>
            <a:lvl1pPr algn="ctr">
              <a:defRPr lang="ko-KR" altLang="en-US" sz="2000" spc="-100" baseline="0">
                <a:solidFill>
                  <a:schemeClr val="bg1"/>
                </a:solidFill>
                <a:latin typeface="나눔스퀘어 네오 OTF ExtraBold" panose="00000900000000000000" pitchFamily="50" charset="-127"/>
                <a:ea typeface="나눔스퀘어 네오 OTF ExtraBold" panose="00000900000000000000" pitchFamily="50" charset="-127"/>
              </a:defRPr>
            </a:lvl1pPr>
          </a:lstStyle>
          <a:p>
            <a:pPr marL="0" lvl="0" algn="ctr"/>
            <a:r>
              <a:rPr lang="ko-KR" altLang="en-US" dirty="0"/>
              <a:t>간지 내용을 입력하세요</a:t>
            </a:r>
          </a:p>
        </p:txBody>
      </p:sp>
      <p:sp>
        <p:nvSpPr>
          <p:cNvPr id="8" name="타원 7">
            <a:extLst>
              <a:ext uri="{FF2B5EF4-FFF2-40B4-BE49-F238E27FC236}">
                <a16:creationId xmlns:a16="http://schemas.microsoft.com/office/drawing/2014/main" id="{846B12FA-6F28-714D-9019-455ABEE11D96}"/>
              </a:ext>
            </a:extLst>
          </p:cNvPr>
          <p:cNvSpPr/>
          <p:nvPr userDrawn="1"/>
        </p:nvSpPr>
        <p:spPr>
          <a:xfrm>
            <a:off x="6813083" y="4567258"/>
            <a:ext cx="316029" cy="316029"/>
          </a:xfrm>
          <a:prstGeom prst="ellipse">
            <a:avLst/>
          </a:prstGeom>
          <a:solidFill>
            <a:schemeClr val="accent1">
              <a:lumMod val="50000"/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800"/>
          </a:p>
        </p:txBody>
      </p:sp>
      <p:sp>
        <p:nvSpPr>
          <p:cNvPr id="9" name="타원 8">
            <a:extLst>
              <a:ext uri="{FF2B5EF4-FFF2-40B4-BE49-F238E27FC236}">
                <a16:creationId xmlns:a16="http://schemas.microsoft.com/office/drawing/2014/main" id="{AF6002C5-8F47-526E-33DD-1B6646248FC0}"/>
              </a:ext>
            </a:extLst>
          </p:cNvPr>
          <p:cNvSpPr/>
          <p:nvPr userDrawn="1"/>
        </p:nvSpPr>
        <p:spPr>
          <a:xfrm>
            <a:off x="835795" y="5270700"/>
            <a:ext cx="95450" cy="95450"/>
          </a:xfrm>
          <a:prstGeom prst="ellipse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800"/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05F48A56-5D8E-201E-CF21-74EE5D3C4E5A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alphaModFix amt="70000"/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rightnessContrast bright="100000" contrast="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94482" y="2850741"/>
            <a:ext cx="955040" cy="979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471867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내지_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5D603D0-E8F4-2E57-8736-622D644D691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73352" y="215400"/>
            <a:ext cx="7183166" cy="258532"/>
          </a:xfrm>
        </p:spPr>
        <p:txBody>
          <a:bodyPr>
            <a:spAutoFit/>
          </a:bodyPr>
          <a:lstStyle>
            <a:lvl1pPr>
              <a:defRPr sz="1200">
                <a:solidFill>
                  <a:schemeClr val="tx2">
                    <a:lumMod val="50000"/>
                  </a:schemeClr>
                </a:solidFill>
                <a:latin typeface="나눔스퀘어 네오 OTF ExtraBold" panose="00000900000000000000" pitchFamily="50" charset="-127"/>
                <a:ea typeface="나눔스퀘어 네오 OTF ExtraBold" panose="00000900000000000000" pitchFamily="50" charset="-127"/>
              </a:defRPr>
            </a:lvl1pPr>
          </a:lstStyle>
          <a:p>
            <a:r>
              <a:rPr lang="ko-KR" altLang="en-US" dirty="0"/>
              <a:t>제목을 입력하세요</a:t>
            </a: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E37C03F5-C920-BFDB-F97F-D5511DE0309B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68141" y="291169"/>
            <a:ext cx="935457" cy="95905"/>
          </a:xfrm>
          <a:prstGeom prst="rect">
            <a:avLst/>
          </a:prstGeom>
        </p:spPr>
      </p:pic>
      <p:cxnSp>
        <p:nvCxnSpPr>
          <p:cNvPr id="7" name="직선 연결선[R] 17">
            <a:extLst>
              <a:ext uri="{FF2B5EF4-FFF2-40B4-BE49-F238E27FC236}">
                <a16:creationId xmlns:a16="http://schemas.microsoft.com/office/drawing/2014/main" id="{F154D924-1BCF-6A17-07A5-913E50EEA135}"/>
              </a:ext>
            </a:extLst>
          </p:cNvPr>
          <p:cNvCxnSpPr>
            <a:cxnSpLocks/>
          </p:cNvCxnSpPr>
          <p:nvPr userDrawn="1"/>
        </p:nvCxnSpPr>
        <p:spPr>
          <a:xfrm>
            <a:off x="360000" y="560950"/>
            <a:ext cx="8424000" cy="0"/>
          </a:xfrm>
          <a:prstGeom prst="line">
            <a:avLst/>
          </a:prstGeom>
          <a:ln w="6350">
            <a:solidFill>
              <a:schemeClr val="tx2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슬라이드 번호 개체 틀 4">
            <a:extLst>
              <a:ext uri="{FF2B5EF4-FFF2-40B4-BE49-F238E27FC236}">
                <a16:creationId xmlns:a16="http://schemas.microsoft.com/office/drawing/2014/main" id="{FB97E755-5134-F431-5DA8-EF740A8F98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703231" y="6492879"/>
            <a:ext cx="407670" cy="365125"/>
          </a:xfrm>
        </p:spPr>
        <p:txBody>
          <a:bodyPr vert="horz" lIns="91440" tIns="45720" rIns="91440" bIns="45720" rtlCol="0" anchor="ctr"/>
          <a:lstStyle>
            <a:lvl1pPr algn="r">
              <a:defRPr lang="ko-KR" altLang="en-US" sz="700" smtClean="0">
                <a:solidFill>
                  <a:schemeClr val="tx1"/>
                </a:solidFill>
              </a:defRPr>
            </a:lvl1pPr>
          </a:lstStyle>
          <a:p>
            <a:fld id="{5BCDA562-D163-4743-A5E0-EF338EDE3E78}" type="slidenum">
              <a:rPr lang="en-US" altLang="ko-KR" smtClean="0"/>
              <a:pPr/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356674572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pos="2160" userDrawn="1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내지_gray">
    <p:bg>
      <p:bgPr>
        <a:solidFill>
          <a:srgbClr val="F0F0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5D603D0-E8F4-2E57-8736-622D644D691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73352" y="215400"/>
            <a:ext cx="7183166" cy="258532"/>
          </a:xfrm>
        </p:spPr>
        <p:txBody>
          <a:bodyPr>
            <a:spAutoFit/>
          </a:bodyPr>
          <a:lstStyle>
            <a:lvl1pPr>
              <a:defRPr sz="1200">
                <a:solidFill>
                  <a:schemeClr val="tx2">
                    <a:lumMod val="50000"/>
                  </a:schemeClr>
                </a:solidFill>
                <a:latin typeface="나눔스퀘어 네오 OTF ExtraBold" panose="00000900000000000000" pitchFamily="50" charset="-127"/>
                <a:ea typeface="나눔스퀘어 네오 OTF ExtraBold" panose="00000900000000000000" pitchFamily="50" charset="-127"/>
              </a:defRPr>
            </a:lvl1pPr>
          </a:lstStyle>
          <a:p>
            <a:r>
              <a:rPr lang="ko-KR" altLang="en-US" dirty="0"/>
              <a:t>제목을 입력하세요</a:t>
            </a: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E37C03F5-C920-BFDB-F97F-D5511DE0309B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68141" y="291169"/>
            <a:ext cx="935457" cy="95905"/>
          </a:xfrm>
          <a:prstGeom prst="rect">
            <a:avLst/>
          </a:prstGeom>
        </p:spPr>
      </p:pic>
      <p:cxnSp>
        <p:nvCxnSpPr>
          <p:cNvPr id="7" name="직선 연결선[R] 17">
            <a:extLst>
              <a:ext uri="{FF2B5EF4-FFF2-40B4-BE49-F238E27FC236}">
                <a16:creationId xmlns:a16="http://schemas.microsoft.com/office/drawing/2014/main" id="{F154D924-1BCF-6A17-07A5-913E50EEA135}"/>
              </a:ext>
            </a:extLst>
          </p:cNvPr>
          <p:cNvCxnSpPr>
            <a:cxnSpLocks/>
          </p:cNvCxnSpPr>
          <p:nvPr userDrawn="1"/>
        </p:nvCxnSpPr>
        <p:spPr>
          <a:xfrm>
            <a:off x="360000" y="560950"/>
            <a:ext cx="8424000" cy="0"/>
          </a:xfrm>
          <a:prstGeom prst="line">
            <a:avLst/>
          </a:prstGeom>
          <a:ln w="6350">
            <a:solidFill>
              <a:schemeClr val="tx2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슬라이드 번호 개체 틀 4">
            <a:extLst>
              <a:ext uri="{FF2B5EF4-FFF2-40B4-BE49-F238E27FC236}">
                <a16:creationId xmlns:a16="http://schemas.microsoft.com/office/drawing/2014/main" id="{FB97E755-5134-F431-5DA8-EF740A8F98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703231" y="6492879"/>
            <a:ext cx="407670" cy="365125"/>
          </a:xfrm>
        </p:spPr>
        <p:txBody>
          <a:bodyPr vert="horz" lIns="91440" tIns="45720" rIns="91440" bIns="45720" rtlCol="0" anchor="ctr"/>
          <a:lstStyle>
            <a:lvl1pPr algn="r">
              <a:defRPr lang="ko-KR" altLang="en-US" sz="700" smtClean="0">
                <a:solidFill>
                  <a:schemeClr val="tx1"/>
                </a:solidFill>
              </a:defRPr>
            </a:lvl1pPr>
          </a:lstStyle>
          <a:p>
            <a:fld id="{5BCDA562-D163-4743-A5E0-EF338EDE3E78}" type="slidenum">
              <a:rPr lang="en-US" altLang="ko-KR" smtClean="0"/>
              <a:pPr/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318750507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내지_blue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5D603D0-E8F4-2E57-8736-622D644D691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73352" y="215400"/>
            <a:ext cx="7183166" cy="258532"/>
          </a:xfrm>
        </p:spPr>
        <p:txBody>
          <a:bodyPr>
            <a:spAutoFit/>
          </a:bodyPr>
          <a:lstStyle>
            <a:lvl1pPr>
              <a:defRPr sz="1200">
                <a:solidFill>
                  <a:schemeClr val="bg1"/>
                </a:solidFill>
                <a:latin typeface="나눔스퀘어 네오 OTF ExtraBold" panose="00000900000000000000" pitchFamily="50" charset="-127"/>
                <a:ea typeface="나눔스퀘어 네오 OTF ExtraBold" panose="00000900000000000000" pitchFamily="50" charset="-127"/>
              </a:defRPr>
            </a:lvl1pPr>
          </a:lstStyle>
          <a:p>
            <a:r>
              <a:rPr lang="ko-KR" altLang="en-US" dirty="0"/>
              <a:t>제목을 입력하세요</a:t>
            </a: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E37C03F5-C920-BFDB-F97F-D5511DE0309B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100000" contrast="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68141" y="291169"/>
            <a:ext cx="935457" cy="95905"/>
          </a:xfrm>
          <a:prstGeom prst="rect">
            <a:avLst/>
          </a:prstGeom>
        </p:spPr>
      </p:pic>
      <p:cxnSp>
        <p:nvCxnSpPr>
          <p:cNvPr id="7" name="직선 연결선[R] 17">
            <a:extLst>
              <a:ext uri="{FF2B5EF4-FFF2-40B4-BE49-F238E27FC236}">
                <a16:creationId xmlns:a16="http://schemas.microsoft.com/office/drawing/2014/main" id="{F154D924-1BCF-6A17-07A5-913E50EEA135}"/>
              </a:ext>
            </a:extLst>
          </p:cNvPr>
          <p:cNvCxnSpPr>
            <a:cxnSpLocks/>
          </p:cNvCxnSpPr>
          <p:nvPr userDrawn="1"/>
        </p:nvCxnSpPr>
        <p:spPr>
          <a:xfrm>
            <a:off x="360000" y="560950"/>
            <a:ext cx="8424000" cy="0"/>
          </a:xfrm>
          <a:prstGeom prst="line">
            <a:avLst/>
          </a:prstGeom>
          <a:ln w="63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슬라이드 번호 개체 틀 4">
            <a:extLst>
              <a:ext uri="{FF2B5EF4-FFF2-40B4-BE49-F238E27FC236}">
                <a16:creationId xmlns:a16="http://schemas.microsoft.com/office/drawing/2014/main" id="{FB97E755-5134-F431-5DA8-EF740A8F98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703231" y="6492879"/>
            <a:ext cx="407670" cy="365125"/>
          </a:xfrm>
        </p:spPr>
        <p:txBody>
          <a:bodyPr vert="horz" lIns="91440" tIns="45720" rIns="91440" bIns="45720" rtlCol="0" anchor="ctr"/>
          <a:lstStyle>
            <a:lvl1pPr algn="r">
              <a:defRPr lang="ko-KR" altLang="en-US" sz="700" smtClean="0">
                <a:solidFill>
                  <a:schemeClr val="bg1"/>
                </a:solidFill>
              </a:defRPr>
            </a:lvl1pPr>
          </a:lstStyle>
          <a:p>
            <a:fld id="{5BCDA562-D163-4743-A5E0-EF338EDE3E78}" type="slidenum">
              <a:rPr lang="en-US" altLang="ko-KR" smtClean="0"/>
              <a:pPr/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369210689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내지_dark">
    <p:bg>
      <p:bgPr>
        <a:solidFill>
          <a:schemeClr val="tx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5D603D0-E8F4-2E57-8736-622D644D691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73352" y="215400"/>
            <a:ext cx="7183166" cy="258532"/>
          </a:xfrm>
        </p:spPr>
        <p:txBody>
          <a:bodyPr>
            <a:spAutoFit/>
          </a:bodyPr>
          <a:lstStyle>
            <a:lvl1pPr>
              <a:defRPr sz="1200">
                <a:solidFill>
                  <a:schemeClr val="bg1"/>
                </a:solidFill>
                <a:latin typeface="나눔스퀘어 네오 OTF ExtraBold" panose="00000900000000000000" pitchFamily="50" charset="-127"/>
                <a:ea typeface="나눔스퀘어 네오 OTF ExtraBold" panose="00000900000000000000" pitchFamily="50" charset="-127"/>
              </a:defRPr>
            </a:lvl1pPr>
          </a:lstStyle>
          <a:p>
            <a:r>
              <a:rPr lang="ko-KR" altLang="en-US" dirty="0"/>
              <a:t>제목을 입력하세요</a:t>
            </a: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E37C03F5-C920-BFDB-F97F-D5511DE0309B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100000" contrast="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68141" y="291169"/>
            <a:ext cx="935457" cy="95905"/>
          </a:xfrm>
          <a:prstGeom prst="rect">
            <a:avLst/>
          </a:prstGeom>
        </p:spPr>
      </p:pic>
      <p:cxnSp>
        <p:nvCxnSpPr>
          <p:cNvPr id="7" name="직선 연결선[R] 17">
            <a:extLst>
              <a:ext uri="{FF2B5EF4-FFF2-40B4-BE49-F238E27FC236}">
                <a16:creationId xmlns:a16="http://schemas.microsoft.com/office/drawing/2014/main" id="{F154D924-1BCF-6A17-07A5-913E50EEA135}"/>
              </a:ext>
            </a:extLst>
          </p:cNvPr>
          <p:cNvCxnSpPr>
            <a:cxnSpLocks/>
          </p:cNvCxnSpPr>
          <p:nvPr userDrawn="1"/>
        </p:nvCxnSpPr>
        <p:spPr>
          <a:xfrm>
            <a:off x="360000" y="560950"/>
            <a:ext cx="8424000" cy="0"/>
          </a:xfrm>
          <a:prstGeom prst="line">
            <a:avLst/>
          </a:prstGeom>
          <a:ln w="63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슬라이드 번호 개체 틀 4">
            <a:extLst>
              <a:ext uri="{FF2B5EF4-FFF2-40B4-BE49-F238E27FC236}">
                <a16:creationId xmlns:a16="http://schemas.microsoft.com/office/drawing/2014/main" id="{FB97E755-5134-F431-5DA8-EF740A8F98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703231" y="6492879"/>
            <a:ext cx="407670" cy="365125"/>
          </a:xfrm>
        </p:spPr>
        <p:txBody>
          <a:bodyPr vert="horz" lIns="91440" tIns="45720" rIns="91440" bIns="45720" rtlCol="0" anchor="ctr"/>
          <a:lstStyle>
            <a:lvl1pPr algn="r">
              <a:defRPr lang="ko-KR" altLang="en-US" sz="700" smtClean="0">
                <a:solidFill>
                  <a:schemeClr val="bg1"/>
                </a:solidFill>
              </a:defRPr>
            </a:lvl1pPr>
          </a:lstStyle>
          <a:p>
            <a:fld id="{5BCDA562-D163-4743-A5E0-EF338EDE3E78}" type="slidenum">
              <a:rPr lang="en-US" altLang="ko-KR" smtClean="0"/>
              <a:pPr/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1076828687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내지_오른쪽 gra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사각형 2">
            <a:extLst>
              <a:ext uri="{FF2B5EF4-FFF2-40B4-BE49-F238E27FC236}">
                <a16:creationId xmlns:a16="http://schemas.microsoft.com/office/drawing/2014/main" id="{323A06C9-4304-63D4-2539-2DC9BFBC2123}"/>
              </a:ext>
            </a:extLst>
          </p:cNvPr>
          <p:cNvSpPr/>
          <p:nvPr userDrawn="1"/>
        </p:nvSpPr>
        <p:spPr>
          <a:xfrm>
            <a:off x="6461854" y="0"/>
            <a:ext cx="2682149" cy="6858000"/>
          </a:xfrm>
          <a:prstGeom prst="rect">
            <a:avLst/>
          </a:prstGeom>
          <a:solidFill>
            <a:srgbClr val="F0F0F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1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E5D603D0-E8F4-2E57-8736-622D644D691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73353" y="215400"/>
            <a:ext cx="5842969" cy="258532"/>
          </a:xfrm>
        </p:spPr>
        <p:txBody>
          <a:bodyPr>
            <a:spAutoFit/>
          </a:bodyPr>
          <a:lstStyle>
            <a:lvl1pPr>
              <a:defRPr sz="1200">
                <a:solidFill>
                  <a:schemeClr val="tx2">
                    <a:lumMod val="50000"/>
                  </a:schemeClr>
                </a:solidFill>
                <a:latin typeface="나눔스퀘어 네오 OTF ExtraBold" panose="00000900000000000000" pitchFamily="50" charset="-127"/>
                <a:ea typeface="나눔스퀘어 네오 OTF ExtraBold" panose="00000900000000000000" pitchFamily="50" charset="-127"/>
              </a:defRPr>
            </a:lvl1pPr>
          </a:lstStyle>
          <a:p>
            <a:r>
              <a:rPr lang="ko-KR" altLang="en-US" dirty="0"/>
              <a:t>제목을 입력하세요</a:t>
            </a:r>
          </a:p>
        </p:txBody>
      </p:sp>
      <p:sp>
        <p:nvSpPr>
          <p:cNvPr id="9" name="슬라이드 번호 개체 틀 4">
            <a:extLst>
              <a:ext uri="{FF2B5EF4-FFF2-40B4-BE49-F238E27FC236}">
                <a16:creationId xmlns:a16="http://schemas.microsoft.com/office/drawing/2014/main" id="{FB97E755-5134-F431-5DA8-EF740A8F98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703231" y="6492879"/>
            <a:ext cx="407670" cy="365125"/>
          </a:xfrm>
        </p:spPr>
        <p:txBody>
          <a:bodyPr vert="horz" lIns="91440" tIns="45720" rIns="91440" bIns="45720" rtlCol="0" anchor="ctr"/>
          <a:lstStyle>
            <a:lvl1pPr algn="r">
              <a:defRPr lang="ko-KR" altLang="en-US" sz="700" smtClean="0">
                <a:solidFill>
                  <a:schemeClr val="tx1"/>
                </a:solidFill>
              </a:defRPr>
            </a:lvl1pPr>
          </a:lstStyle>
          <a:p>
            <a:fld id="{5BCDA562-D163-4743-A5E0-EF338EDE3E78}" type="slidenum">
              <a:rPr lang="en-US" altLang="ko-KR" smtClean="0"/>
              <a:pPr/>
              <a:t>‹#›</a:t>
            </a:fld>
            <a:endParaRPr lang="en-US" altLang="ko-KR" dirty="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86B3DAE0-6B0F-9813-06BC-ECD5AE4BEF7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68141" y="291169"/>
            <a:ext cx="935457" cy="95905"/>
          </a:xfrm>
          <a:prstGeom prst="rect">
            <a:avLst/>
          </a:prstGeom>
        </p:spPr>
      </p:pic>
      <p:cxnSp>
        <p:nvCxnSpPr>
          <p:cNvPr id="4" name="직선 연결선[R] 17">
            <a:extLst>
              <a:ext uri="{FF2B5EF4-FFF2-40B4-BE49-F238E27FC236}">
                <a16:creationId xmlns:a16="http://schemas.microsoft.com/office/drawing/2014/main" id="{AFE2F2D2-F49B-9B7D-4BFE-109C1FEB8753}"/>
              </a:ext>
            </a:extLst>
          </p:cNvPr>
          <p:cNvCxnSpPr>
            <a:cxnSpLocks/>
          </p:cNvCxnSpPr>
          <p:nvPr userDrawn="1"/>
        </p:nvCxnSpPr>
        <p:spPr>
          <a:xfrm>
            <a:off x="360000" y="560950"/>
            <a:ext cx="5756320" cy="0"/>
          </a:xfrm>
          <a:prstGeom prst="line">
            <a:avLst/>
          </a:prstGeom>
          <a:ln w="6350">
            <a:solidFill>
              <a:schemeClr val="tx2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10004970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내지_오른쪽 blu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사각형 2">
            <a:extLst>
              <a:ext uri="{FF2B5EF4-FFF2-40B4-BE49-F238E27FC236}">
                <a16:creationId xmlns:a16="http://schemas.microsoft.com/office/drawing/2014/main" id="{323A06C9-4304-63D4-2539-2DC9BFBC2123}"/>
              </a:ext>
            </a:extLst>
          </p:cNvPr>
          <p:cNvSpPr/>
          <p:nvPr userDrawn="1"/>
        </p:nvSpPr>
        <p:spPr>
          <a:xfrm>
            <a:off x="6461854" y="0"/>
            <a:ext cx="2682149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1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E5D603D0-E8F4-2E57-8736-622D644D691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73353" y="215400"/>
            <a:ext cx="5842969" cy="258532"/>
          </a:xfrm>
        </p:spPr>
        <p:txBody>
          <a:bodyPr>
            <a:spAutoFit/>
          </a:bodyPr>
          <a:lstStyle>
            <a:lvl1pPr>
              <a:defRPr sz="1200">
                <a:solidFill>
                  <a:schemeClr val="tx2">
                    <a:lumMod val="50000"/>
                  </a:schemeClr>
                </a:solidFill>
                <a:latin typeface="나눔스퀘어 네오 OTF ExtraBold" panose="00000900000000000000" pitchFamily="50" charset="-127"/>
                <a:ea typeface="나눔스퀘어 네오 OTF ExtraBold" panose="00000900000000000000" pitchFamily="50" charset="-127"/>
              </a:defRPr>
            </a:lvl1pPr>
          </a:lstStyle>
          <a:p>
            <a:r>
              <a:rPr lang="ko-KR" altLang="en-US" dirty="0"/>
              <a:t>제목을 입력하세요</a:t>
            </a:r>
          </a:p>
        </p:txBody>
      </p:sp>
      <p:cxnSp>
        <p:nvCxnSpPr>
          <p:cNvPr id="7" name="직선 연결선[R] 17">
            <a:extLst>
              <a:ext uri="{FF2B5EF4-FFF2-40B4-BE49-F238E27FC236}">
                <a16:creationId xmlns:a16="http://schemas.microsoft.com/office/drawing/2014/main" id="{F154D924-1BCF-6A17-07A5-913E50EEA135}"/>
              </a:ext>
            </a:extLst>
          </p:cNvPr>
          <p:cNvCxnSpPr>
            <a:cxnSpLocks/>
          </p:cNvCxnSpPr>
          <p:nvPr userDrawn="1"/>
        </p:nvCxnSpPr>
        <p:spPr>
          <a:xfrm>
            <a:off x="360000" y="560950"/>
            <a:ext cx="5756320" cy="0"/>
          </a:xfrm>
          <a:prstGeom prst="line">
            <a:avLst/>
          </a:prstGeom>
          <a:ln w="6350">
            <a:solidFill>
              <a:schemeClr val="tx2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슬라이드 번호 개체 틀 4">
            <a:extLst>
              <a:ext uri="{FF2B5EF4-FFF2-40B4-BE49-F238E27FC236}">
                <a16:creationId xmlns:a16="http://schemas.microsoft.com/office/drawing/2014/main" id="{FB97E755-5134-F431-5DA8-EF740A8F98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703231" y="6492879"/>
            <a:ext cx="407670" cy="365125"/>
          </a:xfrm>
        </p:spPr>
        <p:txBody>
          <a:bodyPr vert="horz" lIns="91440" tIns="45720" rIns="91440" bIns="45720" rtlCol="0" anchor="ctr"/>
          <a:lstStyle>
            <a:lvl1pPr algn="r">
              <a:defRPr lang="ko-KR" altLang="en-US" sz="700" smtClean="0">
                <a:solidFill>
                  <a:schemeClr val="bg1"/>
                </a:solidFill>
              </a:defRPr>
            </a:lvl1pPr>
          </a:lstStyle>
          <a:p>
            <a:fld id="{5BCDA562-D163-4743-A5E0-EF338EDE3E78}" type="slidenum">
              <a:rPr lang="en-US" altLang="ko-KR" smtClean="0"/>
              <a:pPr/>
              <a:t>‹#›</a:t>
            </a:fld>
            <a:endParaRPr lang="en-US" altLang="ko-KR" dirty="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86B3DAE0-6B0F-9813-06BC-ECD5AE4BEF7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100000" contrast="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68141" y="291169"/>
            <a:ext cx="935457" cy="959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3214049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내지_오른쪽 dar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사각형 2">
            <a:extLst>
              <a:ext uri="{FF2B5EF4-FFF2-40B4-BE49-F238E27FC236}">
                <a16:creationId xmlns:a16="http://schemas.microsoft.com/office/drawing/2014/main" id="{323A06C9-4304-63D4-2539-2DC9BFBC2123}"/>
              </a:ext>
            </a:extLst>
          </p:cNvPr>
          <p:cNvSpPr/>
          <p:nvPr userDrawn="1"/>
        </p:nvSpPr>
        <p:spPr>
          <a:xfrm>
            <a:off x="6461854" y="0"/>
            <a:ext cx="2682149" cy="6858000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1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E5D603D0-E8F4-2E57-8736-622D644D691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73353" y="215400"/>
            <a:ext cx="5842969" cy="258532"/>
          </a:xfrm>
        </p:spPr>
        <p:txBody>
          <a:bodyPr>
            <a:spAutoFit/>
          </a:bodyPr>
          <a:lstStyle>
            <a:lvl1pPr>
              <a:defRPr sz="1200">
                <a:solidFill>
                  <a:schemeClr val="tx2">
                    <a:lumMod val="50000"/>
                  </a:schemeClr>
                </a:solidFill>
                <a:latin typeface="나눔스퀘어 네오 OTF ExtraBold" panose="00000900000000000000" pitchFamily="50" charset="-127"/>
                <a:ea typeface="나눔스퀘어 네오 OTF ExtraBold" panose="00000900000000000000" pitchFamily="50" charset="-127"/>
              </a:defRPr>
            </a:lvl1pPr>
          </a:lstStyle>
          <a:p>
            <a:r>
              <a:rPr lang="ko-KR" altLang="en-US" dirty="0"/>
              <a:t>제목을 입력하세요</a:t>
            </a:r>
          </a:p>
        </p:txBody>
      </p:sp>
      <p:cxnSp>
        <p:nvCxnSpPr>
          <p:cNvPr id="7" name="직선 연결선[R] 17">
            <a:extLst>
              <a:ext uri="{FF2B5EF4-FFF2-40B4-BE49-F238E27FC236}">
                <a16:creationId xmlns:a16="http://schemas.microsoft.com/office/drawing/2014/main" id="{F154D924-1BCF-6A17-07A5-913E50EEA135}"/>
              </a:ext>
            </a:extLst>
          </p:cNvPr>
          <p:cNvCxnSpPr>
            <a:cxnSpLocks/>
          </p:cNvCxnSpPr>
          <p:nvPr userDrawn="1"/>
        </p:nvCxnSpPr>
        <p:spPr>
          <a:xfrm>
            <a:off x="360000" y="560950"/>
            <a:ext cx="5756320" cy="0"/>
          </a:xfrm>
          <a:prstGeom prst="line">
            <a:avLst/>
          </a:prstGeom>
          <a:ln w="6350">
            <a:solidFill>
              <a:schemeClr val="tx2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슬라이드 번호 개체 틀 4">
            <a:extLst>
              <a:ext uri="{FF2B5EF4-FFF2-40B4-BE49-F238E27FC236}">
                <a16:creationId xmlns:a16="http://schemas.microsoft.com/office/drawing/2014/main" id="{FB97E755-5134-F431-5DA8-EF740A8F98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703231" y="6492879"/>
            <a:ext cx="407670" cy="365125"/>
          </a:xfrm>
        </p:spPr>
        <p:txBody>
          <a:bodyPr vert="horz" lIns="91440" tIns="45720" rIns="91440" bIns="45720" rtlCol="0" anchor="ctr"/>
          <a:lstStyle>
            <a:lvl1pPr algn="r">
              <a:defRPr lang="ko-KR" altLang="en-US" sz="700" smtClean="0">
                <a:solidFill>
                  <a:schemeClr val="bg1"/>
                </a:solidFill>
              </a:defRPr>
            </a:lvl1pPr>
          </a:lstStyle>
          <a:p>
            <a:fld id="{5BCDA562-D163-4743-A5E0-EF338EDE3E78}" type="slidenum">
              <a:rPr lang="en-US" altLang="ko-KR" smtClean="0"/>
              <a:pPr/>
              <a:t>‹#›</a:t>
            </a:fld>
            <a:endParaRPr lang="en-US" altLang="ko-KR" dirty="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86B3DAE0-6B0F-9813-06BC-ECD5AE4BEF7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100000" contrast="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68141" y="291169"/>
            <a:ext cx="935457" cy="959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8686065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내지_하단 gra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직사각형 5">
            <a:extLst>
              <a:ext uri="{FF2B5EF4-FFF2-40B4-BE49-F238E27FC236}">
                <a16:creationId xmlns:a16="http://schemas.microsoft.com/office/drawing/2014/main" id="{55C9DEE1-FF56-A4E9-3801-60197FD2AFBA}"/>
              </a:ext>
            </a:extLst>
          </p:cNvPr>
          <p:cNvSpPr/>
          <p:nvPr userDrawn="1"/>
        </p:nvSpPr>
        <p:spPr>
          <a:xfrm>
            <a:off x="2" y="4734561"/>
            <a:ext cx="9144001" cy="2123438"/>
          </a:xfrm>
          <a:prstGeom prst="rect">
            <a:avLst/>
          </a:prstGeom>
          <a:solidFill>
            <a:srgbClr val="F0F0F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1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E5D603D0-E8F4-2E57-8736-622D644D691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73353" y="215400"/>
            <a:ext cx="7153609" cy="258532"/>
          </a:xfrm>
        </p:spPr>
        <p:txBody>
          <a:bodyPr>
            <a:spAutoFit/>
          </a:bodyPr>
          <a:lstStyle>
            <a:lvl1pPr>
              <a:defRPr sz="1200">
                <a:solidFill>
                  <a:schemeClr val="tx2">
                    <a:lumMod val="50000"/>
                  </a:schemeClr>
                </a:solidFill>
                <a:latin typeface="나눔스퀘어 네오 OTF ExtraBold" panose="00000900000000000000" pitchFamily="50" charset="-127"/>
                <a:ea typeface="나눔스퀘어 네오 OTF ExtraBold" panose="00000900000000000000" pitchFamily="50" charset="-127"/>
              </a:defRPr>
            </a:lvl1pPr>
          </a:lstStyle>
          <a:p>
            <a:r>
              <a:rPr lang="ko-KR" altLang="en-US" dirty="0"/>
              <a:t>제목을 입력하세요</a:t>
            </a:r>
          </a:p>
        </p:txBody>
      </p:sp>
      <p:sp>
        <p:nvSpPr>
          <p:cNvPr id="9" name="슬라이드 번호 개체 틀 4">
            <a:extLst>
              <a:ext uri="{FF2B5EF4-FFF2-40B4-BE49-F238E27FC236}">
                <a16:creationId xmlns:a16="http://schemas.microsoft.com/office/drawing/2014/main" id="{FB97E755-5134-F431-5DA8-EF740A8F98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703231" y="6492879"/>
            <a:ext cx="407670" cy="365125"/>
          </a:xfrm>
        </p:spPr>
        <p:txBody>
          <a:bodyPr vert="horz" lIns="91440" tIns="45720" rIns="91440" bIns="45720" rtlCol="0" anchor="ctr"/>
          <a:lstStyle>
            <a:lvl1pPr algn="r">
              <a:defRPr lang="ko-KR" altLang="en-US" sz="700" smtClean="0">
                <a:solidFill>
                  <a:schemeClr val="tx1"/>
                </a:solidFill>
              </a:defRPr>
            </a:lvl1pPr>
          </a:lstStyle>
          <a:p>
            <a:fld id="{5BCDA562-D163-4743-A5E0-EF338EDE3E78}" type="slidenum">
              <a:rPr lang="en-US" altLang="ko-KR" smtClean="0"/>
              <a:pPr/>
              <a:t>‹#›</a:t>
            </a:fld>
            <a:endParaRPr lang="en-US" altLang="ko-KR" dirty="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86B3DAE0-6B0F-9813-06BC-ECD5AE4BEF7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68141" y="291169"/>
            <a:ext cx="935457" cy="95905"/>
          </a:xfrm>
          <a:prstGeom prst="rect">
            <a:avLst/>
          </a:prstGeom>
        </p:spPr>
      </p:pic>
      <p:cxnSp>
        <p:nvCxnSpPr>
          <p:cNvPr id="4" name="직선 연결선[R] 17">
            <a:extLst>
              <a:ext uri="{FF2B5EF4-FFF2-40B4-BE49-F238E27FC236}">
                <a16:creationId xmlns:a16="http://schemas.microsoft.com/office/drawing/2014/main" id="{317DCD4A-01CF-C73C-485F-C27934601B8B}"/>
              </a:ext>
            </a:extLst>
          </p:cNvPr>
          <p:cNvCxnSpPr>
            <a:cxnSpLocks/>
          </p:cNvCxnSpPr>
          <p:nvPr userDrawn="1"/>
        </p:nvCxnSpPr>
        <p:spPr>
          <a:xfrm>
            <a:off x="360000" y="560950"/>
            <a:ext cx="8424000" cy="0"/>
          </a:xfrm>
          <a:prstGeom prst="line">
            <a:avLst/>
          </a:prstGeom>
          <a:ln w="6350">
            <a:solidFill>
              <a:schemeClr val="tx2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34099369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내지_하단 blu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사각형 2">
            <a:extLst>
              <a:ext uri="{FF2B5EF4-FFF2-40B4-BE49-F238E27FC236}">
                <a16:creationId xmlns:a16="http://schemas.microsoft.com/office/drawing/2014/main" id="{323A06C9-4304-63D4-2539-2DC9BFBC2123}"/>
              </a:ext>
            </a:extLst>
          </p:cNvPr>
          <p:cNvSpPr/>
          <p:nvPr userDrawn="1"/>
        </p:nvSpPr>
        <p:spPr>
          <a:xfrm>
            <a:off x="2" y="4734561"/>
            <a:ext cx="9144001" cy="212343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1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E5D603D0-E8F4-2E57-8736-622D644D691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73353" y="215400"/>
            <a:ext cx="7153609" cy="258532"/>
          </a:xfrm>
        </p:spPr>
        <p:txBody>
          <a:bodyPr>
            <a:spAutoFit/>
          </a:bodyPr>
          <a:lstStyle>
            <a:lvl1pPr>
              <a:defRPr sz="1200">
                <a:solidFill>
                  <a:schemeClr val="tx2">
                    <a:lumMod val="50000"/>
                  </a:schemeClr>
                </a:solidFill>
                <a:latin typeface="나눔스퀘어 네오 OTF ExtraBold" panose="00000900000000000000" pitchFamily="50" charset="-127"/>
                <a:ea typeface="나눔스퀘어 네오 OTF ExtraBold" panose="00000900000000000000" pitchFamily="50" charset="-127"/>
              </a:defRPr>
            </a:lvl1pPr>
          </a:lstStyle>
          <a:p>
            <a:r>
              <a:rPr lang="ko-KR" altLang="en-US" dirty="0"/>
              <a:t>제목을 입력하세요</a:t>
            </a:r>
          </a:p>
        </p:txBody>
      </p:sp>
      <p:sp>
        <p:nvSpPr>
          <p:cNvPr id="9" name="슬라이드 번호 개체 틀 4">
            <a:extLst>
              <a:ext uri="{FF2B5EF4-FFF2-40B4-BE49-F238E27FC236}">
                <a16:creationId xmlns:a16="http://schemas.microsoft.com/office/drawing/2014/main" id="{FB97E755-5134-F431-5DA8-EF740A8F98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703231" y="6492879"/>
            <a:ext cx="407670" cy="365125"/>
          </a:xfrm>
        </p:spPr>
        <p:txBody>
          <a:bodyPr vert="horz" lIns="91440" tIns="45720" rIns="91440" bIns="45720" rtlCol="0" anchor="ctr"/>
          <a:lstStyle>
            <a:lvl1pPr algn="r">
              <a:defRPr lang="ko-KR" altLang="en-US" sz="700" smtClean="0">
                <a:solidFill>
                  <a:schemeClr val="bg1"/>
                </a:solidFill>
              </a:defRPr>
            </a:lvl1pPr>
          </a:lstStyle>
          <a:p>
            <a:fld id="{5BCDA562-D163-4743-A5E0-EF338EDE3E78}" type="slidenum">
              <a:rPr lang="en-US" altLang="ko-KR" smtClean="0"/>
              <a:pPr/>
              <a:t>‹#›</a:t>
            </a:fld>
            <a:endParaRPr lang="en-US" altLang="ko-KR" dirty="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86B3DAE0-6B0F-9813-06BC-ECD5AE4BEF7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68141" y="291169"/>
            <a:ext cx="935457" cy="95905"/>
          </a:xfrm>
          <a:prstGeom prst="rect">
            <a:avLst/>
          </a:prstGeom>
        </p:spPr>
      </p:pic>
      <p:cxnSp>
        <p:nvCxnSpPr>
          <p:cNvPr id="4" name="직선 연결선[R] 17">
            <a:extLst>
              <a:ext uri="{FF2B5EF4-FFF2-40B4-BE49-F238E27FC236}">
                <a16:creationId xmlns:a16="http://schemas.microsoft.com/office/drawing/2014/main" id="{317DCD4A-01CF-C73C-485F-C27934601B8B}"/>
              </a:ext>
            </a:extLst>
          </p:cNvPr>
          <p:cNvCxnSpPr>
            <a:cxnSpLocks/>
          </p:cNvCxnSpPr>
          <p:nvPr userDrawn="1"/>
        </p:nvCxnSpPr>
        <p:spPr>
          <a:xfrm>
            <a:off x="360000" y="560950"/>
            <a:ext cx="8424000" cy="0"/>
          </a:xfrm>
          <a:prstGeom prst="line">
            <a:avLst/>
          </a:prstGeom>
          <a:ln w="6350">
            <a:solidFill>
              <a:schemeClr val="tx2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92680807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내지_하단 dar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사각형 2">
            <a:extLst>
              <a:ext uri="{FF2B5EF4-FFF2-40B4-BE49-F238E27FC236}">
                <a16:creationId xmlns:a16="http://schemas.microsoft.com/office/drawing/2014/main" id="{323A06C9-4304-63D4-2539-2DC9BFBC2123}"/>
              </a:ext>
            </a:extLst>
          </p:cNvPr>
          <p:cNvSpPr/>
          <p:nvPr userDrawn="1"/>
        </p:nvSpPr>
        <p:spPr>
          <a:xfrm>
            <a:off x="2" y="4734561"/>
            <a:ext cx="9144001" cy="2123438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1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E5D603D0-E8F4-2E57-8736-622D644D691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73353" y="215400"/>
            <a:ext cx="7153609" cy="258532"/>
          </a:xfrm>
        </p:spPr>
        <p:txBody>
          <a:bodyPr>
            <a:spAutoFit/>
          </a:bodyPr>
          <a:lstStyle>
            <a:lvl1pPr>
              <a:defRPr sz="1200">
                <a:solidFill>
                  <a:schemeClr val="tx2">
                    <a:lumMod val="50000"/>
                  </a:schemeClr>
                </a:solidFill>
                <a:latin typeface="나눔스퀘어 네오 OTF ExtraBold" panose="00000900000000000000" pitchFamily="50" charset="-127"/>
                <a:ea typeface="나눔스퀘어 네오 OTF ExtraBold" panose="00000900000000000000" pitchFamily="50" charset="-127"/>
              </a:defRPr>
            </a:lvl1pPr>
          </a:lstStyle>
          <a:p>
            <a:r>
              <a:rPr lang="ko-KR" altLang="en-US" dirty="0"/>
              <a:t>제목을 입력하세요</a:t>
            </a:r>
          </a:p>
        </p:txBody>
      </p:sp>
      <p:sp>
        <p:nvSpPr>
          <p:cNvPr id="9" name="슬라이드 번호 개체 틀 4">
            <a:extLst>
              <a:ext uri="{FF2B5EF4-FFF2-40B4-BE49-F238E27FC236}">
                <a16:creationId xmlns:a16="http://schemas.microsoft.com/office/drawing/2014/main" id="{FB97E755-5134-F431-5DA8-EF740A8F98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703231" y="6492879"/>
            <a:ext cx="407670" cy="365125"/>
          </a:xfrm>
        </p:spPr>
        <p:txBody>
          <a:bodyPr vert="horz" lIns="91440" tIns="45720" rIns="91440" bIns="45720" rtlCol="0" anchor="ctr"/>
          <a:lstStyle>
            <a:lvl1pPr algn="r">
              <a:defRPr lang="ko-KR" altLang="en-US" sz="700" smtClean="0">
                <a:solidFill>
                  <a:schemeClr val="bg1"/>
                </a:solidFill>
              </a:defRPr>
            </a:lvl1pPr>
          </a:lstStyle>
          <a:p>
            <a:fld id="{5BCDA562-D163-4743-A5E0-EF338EDE3E78}" type="slidenum">
              <a:rPr lang="en-US" altLang="ko-KR" smtClean="0"/>
              <a:pPr/>
              <a:t>‹#›</a:t>
            </a:fld>
            <a:endParaRPr lang="en-US" altLang="ko-KR" dirty="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86B3DAE0-6B0F-9813-06BC-ECD5AE4BEF7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68141" y="291169"/>
            <a:ext cx="935457" cy="95905"/>
          </a:xfrm>
          <a:prstGeom prst="rect">
            <a:avLst/>
          </a:prstGeom>
        </p:spPr>
      </p:pic>
      <p:cxnSp>
        <p:nvCxnSpPr>
          <p:cNvPr id="4" name="직선 연결선[R] 17">
            <a:extLst>
              <a:ext uri="{FF2B5EF4-FFF2-40B4-BE49-F238E27FC236}">
                <a16:creationId xmlns:a16="http://schemas.microsoft.com/office/drawing/2014/main" id="{317DCD4A-01CF-C73C-485F-C27934601B8B}"/>
              </a:ext>
            </a:extLst>
          </p:cNvPr>
          <p:cNvCxnSpPr>
            <a:cxnSpLocks/>
          </p:cNvCxnSpPr>
          <p:nvPr userDrawn="1"/>
        </p:nvCxnSpPr>
        <p:spPr>
          <a:xfrm>
            <a:off x="360000" y="560950"/>
            <a:ext cx="8424000" cy="0"/>
          </a:xfrm>
          <a:prstGeom prst="line">
            <a:avLst/>
          </a:prstGeom>
          <a:ln w="6350">
            <a:solidFill>
              <a:schemeClr val="tx2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42743382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내지_오른쪽 gray_ver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사각형 2">
            <a:extLst>
              <a:ext uri="{FF2B5EF4-FFF2-40B4-BE49-F238E27FC236}">
                <a16:creationId xmlns:a16="http://schemas.microsoft.com/office/drawing/2014/main" id="{323A06C9-4304-63D4-2539-2DC9BFBC2123}"/>
              </a:ext>
            </a:extLst>
          </p:cNvPr>
          <p:cNvSpPr/>
          <p:nvPr userDrawn="1"/>
        </p:nvSpPr>
        <p:spPr>
          <a:xfrm>
            <a:off x="6202681" y="833123"/>
            <a:ext cx="2941321" cy="5485875"/>
          </a:xfrm>
          <a:prstGeom prst="rect">
            <a:avLst/>
          </a:prstGeom>
          <a:solidFill>
            <a:srgbClr val="F0F0F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1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E5D603D0-E8F4-2E57-8736-622D644D691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73353" y="215400"/>
            <a:ext cx="7153609" cy="258532"/>
          </a:xfrm>
        </p:spPr>
        <p:txBody>
          <a:bodyPr>
            <a:spAutoFit/>
          </a:bodyPr>
          <a:lstStyle>
            <a:lvl1pPr>
              <a:defRPr sz="1200">
                <a:solidFill>
                  <a:schemeClr val="tx2">
                    <a:lumMod val="50000"/>
                  </a:schemeClr>
                </a:solidFill>
                <a:latin typeface="나눔스퀘어 네오 OTF ExtraBold" panose="00000900000000000000" pitchFamily="50" charset="-127"/>
                <a:ea typeface="나눔스퀘어 네오 OTF ExtraBold" panose="00000900000000000000" pitchFamily="50" charset="-127"/>
              </a:defRPr>
            </a:lvl1pPr>
          </a:lstStyle>
          <a:p>
            <a:r>
              <a:rPr lang="ko-KR" altLang="en-US" dirty="0"/>
              <a:t>제목을 입력하세요</a:t>
            </a:r>
          </a:p>
        </p:txBody>
      </p:sp>
      <p:sp>
        <p:nvSpPr>
          <p:cNvPr id="9" name="슬라이드 번호 개체 틀 4">
            <a:extLst>
              <a:ext uri="{FF2B5EF4-FFF2-40B4-BE49-F238E27FC236}">
                <a16:creationId xmlns:a16="http://schemas.microsoft.com/office/drawing/2014/main" id="{FB97E755-5134-F431-5DA8-EF740A8F98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703231" y="6492879"/>
            <a:ext cx="407670" cy="365125"/>
          </a:xfrm>
        </p:spPr>
        <p:txBody>
          <a:bodyPr vert="horz" lIns="91440" tIns="45720" rIns="91440" bIns="45720" rtlCol="0" anchor="ctr"/>
          <a:lstStyle>
            <a:lvl1pPr algn="r">
              <a:defRPr lang="ko-KR" altLang="en-US" sz="700" smtClean="0">
                <a:solidFill>
                  <a:schemeClr val="tx1"/>
                </a:solidFill>
              </a:defRPr>
            </a:lvl1pPr>
          </a:lstStyle>
          <a:p>
            <a:fld id="{5BCDA562-D163-4743-A5E0-EF338EDE3E78}" type="slidenum">
              <a:rPr lang="en-US" altLang="ko-KR" smtClean="0"/>
              <a:pPr/>
              <a:t>‹#›</a:t>
            </a:fld>
            <a:endParaRPr lang="en-US" altLang="ko-KR" dirty="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86B3DAE0-6B0F-9813-06BC-ECD5AE4BEF7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68141" y="291169"/>
            <a:ext cx="935457" cy="95905"/>
          </a:xfrm>
          <a:prstGeom prst="rect">
            <a:avLst/>
          </a:prstGeom>
        </p:spPr>
      </p:pic>
      <p:cxnSp>
        <p:nvCxnSpPr>
          <p:cNvPr id="4" name="직선 연결선[R] 17">
            <a:extLst>
              <a:ext uri="{FF2B5EF4-FFF2-40B4-BE49-F238E27FC236}">
                <a16:creationId xmlns:a16="http://schemas.microsoft.com/office/drawing/2014/main" id="{317DCD4A-01CF-C73C-485F-C27934601B8B}"/>
              </a:ext>
            </a:extLst>
          </p:cNvPr>
          <p:cNvCxnSpPr>
            <a:cxnSpLocks/>
          </p:cNvCxnSpPr>
          <p:nvPr userDrawn="1"/>
        </p:nvCxnSpPr>
        <p:spPr>
          <a:xfrm>
            <a:off x="360000" y="560950"/>
            <a:ext cx="8424000" cy="0"/>
          </a:xfrm>
          <a:prstGeom prst="line">
            <a:avLst/>
          </a:prstGeom>
          <a:ln w="6350">
            <a:solidFill>
              <a:schemeClr val="tx2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70324023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내지_오른쪽 blue_ver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사각형 2">
            <a:extLst>
              <a:ext uri="{FF2B5EF4-FFF2-40B4-BE49-F238E27FC236}">
                <a16:creationId xmlns:a16="http://schemas.microsoft.com/office/drawing/2014/main" id="{323A06C9-4304-63D4-2539-2DC9BFBC2123}"/>
              </a:ext>
            </a:extLst>
          </p:cNvPr>
          <p:cNvSpPr/>
          <p:nvPr userDrawn="1"/>
        </p:nvSpPr>
        <p:spPr>
          <a:xfrm>
            <a:off x="6202681" y="833123"/>
            <a:ext cx="2941321" cy="5485875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1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E5D603D0-E8F4-2E57-8736-622D644D691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73353" y="215400"/>
            <a:ext cx="7153609" cy="258532"/>
          </a:xfrm>
        </p:spPr>
        <p:txBody>
          <a:bodyPr>
            <a:spAutoFit/>
          </a:bodyPr>
          <a:lstStyle>
            <a:lvl1pPr>
              <a:defRPr sz="1200">
                <a:solidFill>
                  <a:schemeClr val="tx2">
                    <a:lumMod val="50000"/>
                  </a:schemeClr>
                </a:solidFill>
                <a:latin typeface="나눔스퀘어 네오 OTF ExtraBold" panose="00000900000000000000" pitchFamily="50" charset="-127"/>
                <a:ea typeface="나눔스퀘어 네오 OTF ExtraBold" panose="00000900000000000000" pitchFamily="50" charset="-127"/>
              </a:defRPr>
            </a:lvl1pPr>
          </a:lstStyle>
          <a:p>
            <a:r>
              <a:rPr lang="ko-KR" altLang="en-US" dirty="0"/>
              <a:t>제목을 입력하세요</a:t>
            </a:r>
          </a:p>
        </p:txBody>
      </p:sp>
      <p:sp>
        <p:nvSpPr>
          <p:cNvPr id="9" name="슬라이드 번호 개체 틀 4">
            <a:extLst>
              <a:ext uri="{FF2B5EF4-FFF2-40B4-BE49-F238E27FC236}">
                <a16:creationId xmlns:a16="http://schemas.microsoft.com/office/drawing/2014/main" id="{FB97E755-5134-F431-5DA8-EF740A8F98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703231" y="6492879"/>
            <a:ext cx="407670" cy="365125"/>
          </a:xfrm>
        </p:spPr>
        <p:txBody>
          <a:bodyPr vert="horz" lIns="91440" tIns="45720" rIns="91440" bIns="45720" rtlCol="0" anchor="ctr"/>
          <a:lstStyle>
            <a:lvl1pPr algn="r">
              <a:defRPr lang="ko-KR" altLang="en-US" sz="700" smtClean="0">
                <a:solidFill>
                  <a:schemeClr val="tx1"/>
                </a:solidFill>
              </a:defRPr>
            </a:lvl1pPr>
          </a:lstStyle>
          <a:p>
            <a:fld id="{5BCDA562-D163-4743-A5E0-EF338EDE3E78}" type="slidenum">
              <a:rPr lang="en-US" altLang="ko-KR" smtClean="0"/>
              <a:pPr/>
              <a:t>‹#›</a:t>
            </a:fld>
            <a:endParaRPr lang="en-US" altLang="ko-KR" dirty="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86B3DAE0-6B0F-9813-06BC-ECD5AE4BEF7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68141" y="291169"/>
            <a:ext cx="935457" cy="95905"/>
          </a:xfrm>
          <a:prstGeom prst="rect">
            <a:avLst/>
          </a:prstGeom>
        </p:spPr>
      </p:pic>
      <p:cxnSp>
        <p:nvCxnSpPr>
          <p:cNvPr id="4" name="직선 연결선[R] 17">
            <a:extLst>
              <a:ext uri="{FF2B5EF4-FFF2-40B4-BE49-F238E27FC236}">
                <a16:creationId xmlns:a16="http://schemas.microsoft.com/office/drawing/2014/main" id="{317DCD4A-01CF-C73C-485F-C27934601B8B}"/>
              </a:ext>
            </a:extLst>
          </p:cNvPr>
          <p:cNvCxnSpPr>
            <a:cxnSpLocks/>
          </p:cNvCxnSpPr>
          <p:nvPr userDrawn="1"/>
        </p:nvCxnSpPr>
        <p:spPr>
          <a:xfrm>
            <a:off x="360000" y="560950"/>
            <a:ext cx="8424000" cy="0"/>
          </a:xfrm>
          <a:prstGeom prst="line">
            <a:avLst/>
          </a:prstGeom>
          <a:ln w="6350">
            <a:solidFill>
              <a:schemeClr val="tx2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72889996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내지_오른쪽 dark_ver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사각형 2">
            <a:extLst>
              <a:ext uri="{FF2B5EF4-FFF2-40B4-BE49-F238E27FC236}">
                <a16:creationId xmlns:a16="http://schemas.microsoft.com/office/drawing/2014/main" id="{323A06C9-4304-63D4-2539-2DC9BFBC2123}"/>
              </a:ext>
            </a:extLst>
          </p:cNvPr>
          <p:cNvSpPr/>
          <p:nvPr userDrawn="1"/>
        </p:nvSpPr>
        <p:spPr>
          <a:xfrm>
            <a:off x="6202681" y="833123"/>
            <a:ext cx="2941321" cy="5485875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1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E5D603D0-E8F4-2E57-8736-622D644D691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73353" y="215400"/>
            <a:ext cx="7153609" cy="258532"/>
          </a:xfrm>
        </p:spPr>
        <p:txBody>
          <a:bodyPr>
            <a:spAutoFit/>
          </a:bodyPr>
          <a:lstStyle>
            <a:lvl1pPr>
              <a:defRPr sz="1200">
                <a:solidFill>
                  <a:schemeClr val="tx2">
                    <a:lumMod val="50000"/>
                  </a:schemeClr>
                </a:solidFill>
                <a:latin typeface="나눔스퀘어 네오 OTF ExtraBold" panose="00000900000000000000" pitchFamily="50" charset="-127"/>
                <a:ea typeface="나눔스퀘어 네오 OTF ExtraBold" panose="00000900000000000000" pitchFamily="50" charset="-127"/>
              </a:defRPr>
            </a:lvl1pPr>
          </a:lstStyle>
          <a:p>
            <a:r>
              <a:rPr lang="ko-KR" altLang="en-US" dirty="0"/>
              <a:t>제목을 입력하세요</a:t>
            </a:r>
          </a:p>
        </p:txBody>
      </p:sp>
      <p:sp>
        <p:nvSpPr>
          <p:cNvPr id="9" name="슬라이드 번호 개체 틀 4">
            <a:extLst>
              <a:ext uri="{FF2B5EF4-FFF2-40B4-BE49-F238E27FC236}">
                <a16:creationId xmlns:a16="http://schemas.microsoft.com/office/drawing/2014/main" id="{FB97E755-5134-F431-5DA8-EF740A8F98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703231" y="6492879"/>
            <a:ext cx="407670" cy="365125"/>
          </a:xfrm>
        </p:spPr>
        <p:txBody>
          <a:bodyPr vert="horz" lIns="91440" tIns="45720" rIns="91440" bIns="45720" rtlCol="0" anchor="ctr"/>
          <a:lstStyle>
            <a:lvl1pPr algn="r">
              <a:defRPr lang="ko-KR" altLang="en-US" sz="700" smtClean="0">
                <a:solidFill>
                  <a:schemeClr val="tx1"/>
                </a:solidFill>
              </a:defRPr>
            </a:lvl1pPr>
          </a:lstStyle>
          <a:p>
            <a:fld id="{5BCDA562-D163-4743-A5E0-EF338EDE3E78}" type="slidenum">
              <a:rPr lang="en-US" altLang="ko-KR" smtClean="0"/>
              <a:pPr/>
              <a:t>‹#›</a:t>
            </a:fld>
            <a:endParaRPr lang="en-US" altLang="ko-KR" dirty="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86B3DAE0-6B0F-9813-06BC-ECD5AE4BEF7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68141" y="291169"/>
            <a:ext cx="935457" cy="95905"/>
          </a:xfrm>
          <a:prstGeom prst="rect">
            <a:avLst/>
          </a:prstGeom>
        </p:spPr>
      </p:pic>
      <p:cxnSp>
        <p:nvCxnSpPr>
          <p:cNvPr id="4" name="직선 연결선[R] 17">
            <a:extLst>
              <a:ext uri="{FF2B5EF4-FFF2-40B4-BE49-F238E27FC236}">
                <a16:creationId xmlns:a16="http://schemas.microsoft.com/office/drawing/2014/main" id="{317DCD4A-01CF-C73C-485F-C27934601B8B}"/>
              </a:ext>
            </a:extLst>
          </p:cNvPr>
          <p:cNvCxnSpPr>
            <a:cxnSpLocks/>
          </p:cNvCxnSpPr>
          <p:nvPr userDrawn="1"/>
        </p:nvCxnSpPr>
        <p:spPr>
          <a:xfrm>
            <a:off x="360000" y="560950"/>
            <a:ext cx="8424000" cy="0"/>
          </a:xfrm>
          <a:prstGeom prst="line">
            <a:avLst/>
          </a:prstGeom>
          <a:ln w="6350">
            <a:solidFill>
              <a:schemeClr val="tx2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29241835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 algn="r">
              <a:defRPr/>
            </a:lvl1pPr>
          </a:lstStyle>
          <a:p>
            <a:fld id="{5BCDA562-D163-4743-A5E0-EF338EDE3E78}" type="slidenum">
              <a:rPr lang="en-US" altLang="ko-KR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24999397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ank yo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래픽 6">
            <a:extLst>
              <a:ext uri="{FF2B5EF4-FFF2-40B4-BE49-F238E27FC236}">
                <a16:creationId xmlns:a16="http://schemas.microsoft.com/office/drawing/2014/main" id="{F00AA3A2-A2C8-3AC7-1600-A60BA226FA01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26029" t="-23096" r="230" b="-1"/>
          <a:stretch/>
        </p:blipFill>
        <p:spPr>
          <a:xfrm>
            <a:off x="0" y="548649"/>
            <a:ext cx="9144000" cy="5820169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6AB7E129-3704-6D23-EF6B-D65E3083892B}"/>
              </a:ext>
            </a:extLst>
          </p:cNvPr>
          <p:cNvSpPr txBox="1"/>
          <p:nvPr userDrawn="1"/>
        </p:nvSpPr>
        <p:spPr>
          <a:xfrm>
            <a:off x="3706220" y="673223"/>
            <a:ext cx="1731564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100" dirty="0">
                <a:solidFill>
                  <a:schemeClr val="bg1">
                    <a:lumMod val="50000"/>
                  </a:schemeClr>
                </a:solidFill>
                <a:latin typeface="나눔스퀘어 네오 OTF ExtraBold" panose="00000900000000000000" pitchFamily="50" charset="-127"/>
                <a:ea typeface="나눔스퀘어 네오 OTF ExtraBold" panose="00000900000000000000" pitchFamily="50" charset="-127"/>
              </a:rPr>
              <a:t>Software for Safe World</a:t>
            </a:r>
            <a:endParaRPr lang="ko-KR" altLang="en-US" sz="1100" dirty="0">
              <a:solidFill>
                <a:schemeClr val="bg1">
                  <a:lumMod val="50000"/>
                </a:schemeClr>
              </a:solidFill>
              <a:latin typeface="나눔스퀘어 네오 OTF ExtraBold" panose="00000900000000000000" pitchFamily="50" charset="-127"/>
              <a:ea typeface="나눔스퀘어 네오 OTF ExtraBold" panose="00000900000000000000" pitchFamily="50" charset="-127"/>
            </a:endParaRPr>
          </a:p>
        </p:txBody>
      </p:sp>
      <p:pic>
        <p:nvPicPr>
          <p:cNvPr id="15" name="그림 14">
            <a:extLst>
              <a:ext uri="{FF2B5EF4-FFF2-40B4-BE49-F238E27FC236}">
                <a16:creationId xmlns:a16="http://schemas.microsoft.com/office/drawing/2014/main" id="{302C2962-13CA-67D6-7DB9-C31BEE4A5A4E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25902" y="506246"/>
            <a:ext cx="1092200" cy="111974"/>
          </a:xfrm>
          <a:prstGeom prst="rect">
            <a:avLst/>
          </a:prstGeom>
        </p:spPr>
      </p:pic>
      <p:sp>
        <p:nvSpPr>
          <p:cNvPr id="25" name="TextBox 24">
            <a:extLst>
              <a:ext uri="{FF2B5EF4-FFF2-40B4-BE49-F238E27FC236}">
                <a16:creationId xmlns:a16="http://schemas.microsoft.com/office/drawing/2014/main" id="{88C79F16-CE91-413D-96B1-8646B8829D68}"/>
              </a:ext>
            </a:extLst>
          </p:cNvPr>
          <p:cNvSpPr txBox="1"/>
          <p:nvPr/>
        </p:nvSpPr>
        <p:spPr>
          <a:xfrm>
            <a:off x="5229736" y="6301432"/>
            <a:ext cx="3554114" cy="224036"/>
          </a:xfrm>
          <a:prstGeom prst="rect">
            <a:avLst/>
          </a:prstGeom>
          <a:ln>
            <a:noFill/>
          </a:ln>
        </p:spPr>
        <p:txBody>
          <a:bodyPr vert="horz" wrap="square" lIns="90000" tIns="45720" rIns="0" bIns="45720" rtlCol="0">
            <a:spAutoFit/>
          </a:bodyPr>
          <a:lstStyle>
            <a:defPPr>
              <a:defRPr lang="en-US"/>
            </a:defPPr>
            <a:lvl1pPr marR="0" lvl="0" indent="0" algn="r" defTabSz="914377" fontAlgn="auto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950" b="0" i="0" u="none" strike="noStrike" cap="none" spc="-30" normalizeH="0" baseline="0">
                <a:ln>
                  <a:noFill/>
                </a:ln>
                <a:solidFill>
                  <a:schemeClr val="tx1">
                    <a:lumMod val="85000"/>
                    <a:lumOff val="15000"/>
                    <a:alpha val="60000"/>
                  </a:schemeClr>
                </a:solidFill>
                <a:effectLst/>
                <a:uLnTx/>
                <a:uFillTx/>
                <a:latin typeface="+mn-ea"/>
                <a:cs typeface="Segoe UI" panose="020B0502040204020203" pitchFamily="34" charset="0"/>
              </a:defRPr>
            </a:lvl1pPr>
            <a:lvl2pPr marL="265113" marR="0" indent="-265113" defTabSz="914377" fontAlgn="auto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§"/>
              <a:tabLst>
                <a:tab pos="0" algn="l"/>
                <a:tab pos="265113" algn="l"/>
              </a:tabLst>
              <a:defRPr kumimoji="0" sz="1600" b="0" i="0" u="none" strike="noStrike" cap="none" spc="0" normalizeH="0" baseline="0">
                <a:ln>
                  <a:noFill/>
                </a:ln>
                <a:solidFill>
                  <a:srgbClr val="262626">
                    <a:lumMod val="85000"/>
                    <a:lumOff val="15000"/>
                  </a:srgbClr>
                </a:solidFill>
                <a:effectLst/>
                <a:uLnTx/>
                <a:uFillTx/>
                <a:latin typeface="Segoe UI" panose="020B0502040204020203" pitchFamily="34" charset="0"/>
                <a:ea typeface="맑은 고딕" panose="020B0503020000020004" pitchFamily="50" charset="-127"/>
                <a:cs typeface="Segoe UI" panose="020B0502040204020203" pitchFamily="34" charset="0"/>
              </a:defRPr>
            </a:lvl2pPr>
            <a:lvl3pPr marL="623888" marR="0" indent="-265113" defTabSz="628635" fontAlgn="auto">
              <a:lnSpc>
                <a:spcPct val="120000"/>
              </a:lnSpc>
              <a:spcBef>
                <a:spcPts val="500"/>
              </a:spcBef>
              <a:spcAft>
                <a:spcPts val="500"/>
              </a:spcAft>
              <a:buClrTx/>
              <a:buSzTx/>
              <a:buFont typeface="Arial" panose="020B0604020202020204" pitchFamily="34" charset="0"/>
              <a:buChar char="•"/>
              <a:tabLst>
                <a:tab pos="444500" algn="l"/>
              </a:tabLst>
              <a:defRPr kumimoji="0" sz="1400" b="0" i="0" u="none" strike="noStrike" cap="none" spc="0" normalizeH="0" baseline="0">
                <a:ln>
                  <a:noFill/>
                </a:ln>
                <a:solidFill>
                  <a:srgbClr val="262626">
                    <a:lumMod val="85000"/>
                    <a:lumOff val="15000"/>
                  </a:srgbClr>
                </a:solidFill>
                <a:effectLst/>
                <a:uLnTx/>
                <a:uFillTx/>
                <a:latin typeface="Segoe UI" panose="020B0502040204020203" pitchFamily="34" charset="0"/>
                <a:ea typeface="맑은 고딕" panose="020B0503020000020004" pitchFamily="50" charset="-127"/>
                <a:cs typeface="Segoe UI" panose="020B0502040204020203" pitchFamily="34" charset="0"/>
              </a:defRPr>
            </a:lvl3pPr>
            <a:lvl4pPr marL="982663" marR="0" indent="-265113" defTabSz="914377" fontAlgn="auto">
              <a:lnSpc>
                <a:spcPct val="120000"/>
              </a:lnSpc>
              <a:spcBef>
                <a:spcPts val="500"/>
              </a:spcBef>
              <a:spcAft>
                <a:spcPts val="500"/>
              </a:spcAft>
              <a:buClrTx/>
              <a:buSzTx/>
              <a:buFont typeface="SpoqaHanSans-Regular" panose="020B0500000000000000" pitchFamily="50" charset="-127"/>
              <a:buChar char="-"/>
              <a:tabLst>
                <a:tab pos="444500" algn="l"/>
              </a:tabLst>
              <a:defRPr kumimoji="0" sz="1200" b="0" i="0" u="none" strike="noStrike" cap="none" spc="0" normalizeH="0" baseline="0">
                <a:ln>
                  <a:noFill/>
                </a:ln>
                <a:solidFill>
                  <a:srgbClr val="262626">
                    <a:lumMod val="85000"/>
                    <a:lumOff val="15000"/>
                  </a:srgbClr>
                </a:solidFill>
                <a:effectLst/>
                <a:uLnTx/>
                <a:uFillTx/>
                <a:latin typeface="Segoe UI" panose="020B0502040204020203" pitchFamily="34" charset="0"/>
                <a:ea typeface="맑은 고딕" panose="020B0503020000020004" pitchFamily="50" charset="-127"/>
                <a:cs typeface="Segoe UI" panose="020B0502040204020203" pitchFamily="34" charset="0"/>
              </a:defRPr>
            </a:lvl4pPr>
            <a:lvl5pPr marL="1341438" marR="0" indent="-265113" defTabSz="581011" fontAlgn="auto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맑은 고딕" panose="020B0503020000020004" pitchFamily="50" charset="-127"/>
              <a:buChar char="-"/>
              <a:tabLst/>
              <a:defRPr kumimoji="0" sz="1050" b="0" i="0" u="none" strike="noStrike" cap="none" spc="0" normalizeH="0" baseline="0">
                <a:ln>
                  <a:noFill/>
                </a:ln>
                <a:solidFill>
                  <a:srgbClr val="262626">
                    <a:lumMod val="85000"/>
                    <a:lumOff val="15000"/>
                  </a:srgbClr>
                </a:solidFill>
                <a:effectLst/>
                <a:uLnTx/>
                <a:uFillTx/>
                <a:latin typeface="Segoe UI" panose="020B0502040204020203" pitchFamily="34" charset="0"/>
                <a:ea typeface="맑은 고딕" panose="020B0503020000020004" pitchFamily="50" charset="-127"/>
                <a:cs typeface="Segoe UI" panose="020B0502040204020203" pitchFamily="34" charset="0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/>
            <a:r>
              <a:rPr lang="en-US" altLang="x-none" sz="951" dirty="0"/>
              <a:t>ⓒ 2026. </a:t>
            </a:r>
            <a:r>
              <a:rPr lang="en-US" altLang="x-none" sz="951" dirty="0" err="1"/>
              <a:t>Suresofttech</a:t>
            </a:r>
            <a:r>
              <a:rPr lang="en-US" altLang="x-none" sz="951" dirty="0"/>
              <a:t> Inc. All rights reserved.</a:t>
            </a:r>
            <a:endParaRPr lang="x-none" altLang="en-US" sz="951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A2F1A4F-62F5-46A4-8EF0-D406C19CB50E}"/>
              </a:ext>
            </a:extLst>
          </p:cNvPr>
          <p:cNvSpPr txBox="1"/>
          <p:nvPr userDrawn="1"/>
        </p:nvSpPr>
        <p:spPr>
          <a:xfrm>
            <a:off x="3512449" y="2823595"/>
            <a:ext cx="2119106" cy="625043"/>
          </a:xfrm>
          <a:prstGeom prst="rect">
            <a:avLst/>
          </a:prstGeom>
          <a:noFill/>
        </p:spPr>
        <p:txBody>
          <a:bodyPr wrap="none" rtlCol="0" anchor="b">
            <a:spAutoFit/>
          </a:bodyPr>
          <a:lstStyle/>
          <a:p>
            <a:pPr algn="ctr">
              <a:lnSpc>
                <a:spcPct val="120000"/>
              </a:lnSpc>
              <a:spcAft>
                <a:spcPts val="600"/>
              </a:spcAft>
            </a:pPr>
            <a:r>
              <a:rPr kumimoji="0" lang="en-US" altLang="ko-KR" sz="3200" b="0" i="0" u="none" strike="noStrike" kern="1200" cap="none" spc="0" normalizeH="0" baseline="0" noProof="0" dirty="0">
                <a:ln>
                  <a:noFill/>
                </a:ln>
                <a:solidFill>
                  <a:srgbClr val="002878"/>
                </a:solidFill>
                <a:effectLst/>
                <a:uLnTx/>
                <a:uFillTx/>
                <a:latin typeface="나눔스퀘어 네오 OTF Heavy" panose="00000A00000000000000" pitchFamily="50" charset="-127"/>
                <a:ea typeface="나눔스퀘어 네오 OTF Heavy" panose="00000A00000000000000" pitchFamily="50" charset="-127"/>
                <a:cs typeface="+mj-cs"/>
              </a:rPr>
              <a:t>Thank You</a:t>
            </a:r>
            <a:endParaRPr lang="ko-KR" altLang="en-US" sz="3200" dirty="0">
              <a:solidFill>
                <a:srgbClr val="002878"/>
              </a:solidFill>
              <a:latin typeface="나눔스퀘어 네오 OTF Heavy" panose="00000A00000000000000" pitchFamily="50" charset="-127"/>
              <a:ea typeface="나눔스퀘어 네오 OTF Heavy" panose="00000A00000000000000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018395843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제목(White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날짜 개체 틀 13">
            <a:extLst>
              <a:ext uri="{FF2B5EF4-FFF2-40B4-BE49-F238E27FC236}">
                <a16:creationId xmlns:a16="http://schemas.microsoft.com/office/drawing/2014/main" id="{03FFA564-52AC-B048-8306-BBE33A84AE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kumimoji="1" lang="x-none" altLang="en-US"/>
          </a:p>
        </p:txBody>
      </p:sp>
      <p:sp>
        <p:nvSpPr>
          <p:cNvPr id="15" name="바닥글 개체 틀 14">
            <a:extLst>
              <a:ext uri="{FF2B5EF4-FFF2-40B4-BE49-F238E27FC236}">
                <a16:creationId xmlns:a16="http://schemas.microsoft.com/office/drawing/2014/main" id="{4E54E667-CCE4-B248-A865-D740AF1C02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x-none" altLang="en-US"/>
          </a:p>
        </p:txBody>
      </p:sp>
      <p:sp>
        <p:nvSpPr>
          <p:cNvPr id="17" name="Slide Number Placeholder 5">
            <a:extLst>
              <a:ext uri="{FF2B5EF4-FFF2-40B4-BE49-F238E27FC236}">
                <a16:creationId xmlns:a16="http://schemas.microsoft.com/office/drawing/2014/main" id="{631EE639-32F2-F448-A10F-42C83F5480B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424000" y="304608"/>
            <a:ext cx="342000" cy="201145"/>
          </a:xfrm>
          <a:prstGeom prst="rect">
            <a:avLst/>
          </a:prstGeom>
        </p:spPr>
        <p:txBody>
          <a:bodyPr vert="horz" lIns="0" tIns="0" rIns="0" bIns="46800" rtlCol="0" anchor="ctr">
            <a:spAutoFit/>
          </a:bodyPr>
          <a:lstStyle>
            <a:lvl1pPr algn="r">
              <a:defRPr sz="1000" b="1">
                <a:solidFill>
                  <a:schemeClr val="tx1">
                    <a:lumMod val="75000"/>
                    <a:lumOff val="25000"/>
                  </a:schemeClr>
                </a:solidFill>
                <a:latin typeface="나눔스퀘어 네오 OTF Regular" panose="00000500000000000000" pitchFamily="50" charset="-127"/>
                <a:ea typeface="맑은 고딕" panose="020B0503020000020004" pitchFamily="50" charset="-127"/>
                <a:cs typeface="Arial" panose="020B0604020202020204" pitchFamily="34" charset="0"/>
              </a:defRPr>
            </a:lvl1pPr>
          </a:lstStyle>
          <a:p>
            <a:fld id="{9900B02E-8AB5-43FE-AC7E-4FB227A4939C}" type="slidenum">
              <a:rPr lang="en-US" altLang="ko-KR" smtClean="0"/>
              <a:pPr/>
              <a:t>‹#›</a:t>
            </a:fld>
            <a:endParaRPr lang="en-US" dirty="0"/>
          </a:p>
        </p:txBody>
      </p:sp>
      <p:cxnSp>
        <p:nvCxnSpPr>
          <p:cNvPr id="18" name="직선 연결선[R] 17">
            <a:extLst>
              <a:ext uri="{FF2B5EF4-FFF2-40B4-BE49-F238E27FC236}">
                <a16:creationId xmlns:a16="http://schemas.microsoft.com/office/drawing/2014/main" id="{FF3EFFCF-8EA0-DA4B-8D39-C44C0ACB3D85}"/>
              </a:ext>
            </a:extLst>
          </p:cNvPr>
          <p:cNvCxnSpPr>
            <a:cxnSpLocks/>
          </p:cNvCxnSpPr>
          <p:nvPr/>
        </p:nvCxnSpPr>
        <p:spPr>
          <a:xfrm>
            <a:off x="360000" y="560950"/>
            <a:ext cx="8424000" cy="0"/>
          </a:xfrm>
          <a:prstGeom prst="line">
            <a:avLst/>
          </a:prstGeom>
          <a:ln>
            <a:solidFill>
              <a:srgbClr val="C1C8D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제목 개체 틀 12">
            <a:extLst>
              <a:ext uri="{FF2B5EF4-FFF2-40B4-BE49-F238E27FC236}">
                <a16:creationId xmlns:a16="http://schemas.microsoft.com/office/drawing/2014/main" id="{A6176F38-10E2-AA4F-BEBA-880BAF5197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8000" y="205741"/>
            <a:ext cx="7886700" cy="286160"/>
          </a:xfrm>
          <a:prstGeom prst="rect">
            <a:avLst/>
          </a:prstGeom>
        </p:spPr>
        <p:txBody>
          <a:bodyPr vert="horz" lIns="18000" tIns="72000" rIns="91440" bIns="46800" rtlCol="0" anchor="ctr">
            <a:spAutoFit/>
          </a:bodyPr>
          <a:lstStyle/>
          <a:p>
            <a:r>
              <a:rPr kumimoji="1" lang="ko-KR" altLang="en-US"/>
              <a:t>마스터 제목 스타일 편집</a:t>
            </a:r>
            <a:endParaRPr kumimoji="1" lang="x-none" altLang="en-US"/>
          </a:p>
        </p:txBody>
      </p:sp>
    </p:spTree>
    <p:extLst>
      <p:ext uri="{BB962C8B-B14F-4D97-AF65-F5344CB8AC3E}">
        <p14:creationId xmlns:p14="http://schemas.microsoft.com/office/powerpoint/2010/main" val="41632267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73351" y="215401"/>
            <a:ext cx="7886700" cy="258532"/>
          </a:xfrm>
          <a:prstGeom prst="rect">
            <a:avLst/>
          </a:prstGeom>
        </p:spPr>
        <p:txBody>
          <a:bodyPr vert="horz" lIns="91440" tIns="45720" rIns="91440" bIns="45720" rtlCol="0" anchor="ctr">
            <a:spAutoFit/>
          </a:bodyPr>
          <a:lstStyle/>
          <a:p>
            <a:pPr lvl="0"/>
            <a:r>
              <a:rPr lang="ko-KR" altLang="en-US" dirty="0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73352" y="799003"/>
            <a:ext cx="8591249" cy="1425518"/>
          </a:xfrm>
          <a:prstGeom prst="rect">
            <a:avLst/>
          </a:prstGeom>
        </p:spPr>
        <p:txBody>
          <a:bodyPr vert="horz" lIns="91440" tIns="45720" rIns="91440" bIns="45720" rtlCol="0">
            <a:spAutoFit/>
          </a:bodyPr>
          <a:lstStyle/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</a:p>
          <a:p>
            <a:pPr lvl="2"/>
            <a:r>
              <a:rPr lang="ko-KR" altLang="en-US" dirty="0"/>
              <a:t>세 번째 수준</a:t>
            </a:r>
          </a:p>
          <a:p>
            <a:pPr lvl="3"/>
            <a:r>
              <a:rPr lang="ko-KR" altLang="en-US" dirty="0"/>
              <a:t>네 번째 수준</a:t>
            </a:r>
          </a:p>
          <a:p>
            <a:pPr lvl="4"/>
            <a:r>
              <a:rPr lang="ko-KR" altLang="en-US" dirty="0"/>
              <a:t>다섯 번째 수준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273353" y="6492878"/>
            <a:ext cx="24126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492878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978103" y="6492878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>
              <a:defRPr lang="ko-KR" altLang="en-US" sz="700" smtClean="0"/>
            </a:lvl1pPr>
          </a:lstStyle>
          <a:p>
            <a:pPr algn="r"/>
            <a:fld id="{5BCDA562-D163-4743-A5E0-EF338EDE3E78}" type="slidenum">
              <a:rPr lang="en-US" altLang="ko-KR" smtClean="0"/>
              <a:pPr algn="r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6204298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  <p:sldLayoutId id="2147483678" r:id="rId18"/>
    <p:sldLayoutId id="2147483679" r:id="rId19"/>
    <p:sldLayoutId id="2147483680" r:id="rId20"/>
    <p:sldLayoutId id="2147483681" r:id="rId21"/>
    <p:sldLayoutId id="2147483682" r:id="rId22"/>
    <p:sldLayoutId id="2147483683" r:id="rId23"/>
    <p:sldLayoutId id="2147483684" r:id="rId24"/>
  </p:sldLayoutIdLst>
  <p:hf hdr="0" ftr="0" dt="0"/>
  <p:txStyles>
    <p:titleStyle>
      <a:lvl1pPr algn="l" defTabSz="914377" rtl="0" eaLnBrk="1" latinLnBrk="1" hangingPunct="1">
        <a:lnSpc>
          <a:spcPct val="90000"/>
        </a:lnSpc>
        <a:spcBef>
          <a:spcPct val="0"/>
        </a:spcBef>
        <a:buNone/>
        <a:defRPr lang="en-US" altLang="en-US" sz="1200" kern="1200" dirty="0">
          <a:solidFill>
            <a:schemeClr val="tx2">
              <a:lumMod val="50000"/>
            </a:schemeClr>
          </a:solidFill>
          <a:latin typeface="나눔스퀘어 네오 OTF ExtraBold" panose="00000900000000000000" pitchFamily="50" charset="-127"/>
          <a:ea typeface="나눔스퀘어 네오 OTF ExtraBold" panose="00000900000000000000" pitchFamily="50" charset="-127"/>
          <a:cs typeface="+mj-cs"/>
        </a:defRPr>
      </a:lvl1pPr>
    </p:titleStyle>
    <p:bodyStyle>
      <a:lvl1pPr marL="0" indent="0" algn="l" defTabSz="914377" rtl="0" eaLnBrk="1" latinLnBrk="1" hangingPunct="1">
        <a:lnSpc>
          <a:spcPct val="120000"/>
        </a:lnSpc>
        <a:spcBef>
          <a:spcPts val="300"/>
        </a:spcBef>
        <a:spcAft>
          <a:spcPts val="300"/>
        </a:spcAft>
        <a:buFontTx/>
        <a:buNone/>
        <a:defRPr sz="1400" kern="1200">
          <a:solidFill>
            <a:schemeClr val="tx1"/>
          </a:solidFill>
          <a:latin typeface="나눔스퀘어 네오 OTF ExtraBold" panose="00000900000000000000" pitchFamily="50" charset="-127"/>
          <a:ea typeface="나눔스퀘어 네오 OTF ExtraBold" panose="00000900000000000000" pitchFamily="50" charset="-127"/>
          <a:cs typeface="+mn-cs"/>
        </a:defRPr>
      </a:lvl1pPr>
      <a:lvl2pPr marL="143996" indent="-143996" algn="l" defTabSz="914377" rtl="0" eaLnBrk="1" latinLnBrk="1" hangingPunct="1">
        <a:lnSpc>
          <a:spcPct val="120000"/>
        </a:lnSpc>
        <a:spcBef>
          <a:spcPts val="600"/>
        </a:spcBef>
        <a:spcAft>
          <a:spcPts val="400"/>
        </a:spcAft>
        <a:buFont typeface="Wingdings" panose="05000000000000000000" pitchFamily="2" charset="2"/>
        <a:buChar char="§"/>
        <a:defRPr sz="1200" kern="1200">
          <a:solidFill>
            <a:schemeClr val="tx1"/>
          </a:solidFill>
          <a:latin typeface="+mn-lt"/>
          <a:ea typeface="+mn-ea"/>
          <a:cs typeface="+mn-cs"/>
        </a:defRPr>
      </a:lvl2pPr>
      <a:lvl3pPr marL="287993" indent="-107997" algn="l" defTabSz="914377" rtl="0" eaLnBrk="1" latinLnBrk="1" hangingPunct="1">
        <a:lnSpc>
          <a:spcPct val="110000"/>
        </a:lnSpc>
        <a:spcBef>
          <a:spcPts val="500"/>
        </a:spcBef>
        <a:spcAft>
          <a:spcPts val="300"/>
        </a:spcAft>
        <a:buFont typeface="Arial" panose="020B0604020202020204" pitchFamily="34" charset="0"/>
        <a:buChar char="•"/>
        <a:defRPr sz="1100" kern="1200">
          <a:solidFill>
            <a:schemeClr val="tx1"/>
          </a:solidFill>
          <a:latin typeface="나눔스퀘어 네오 OTF Bold" panose="00000800000000000000" pitchFamily="50" charset="-127"/>
          <a:ea typeface="나눔스퀘어 네오 OTF Bold" panose="00000800000000000000" pitchFamily="50" charset="-127"/>
          <a:cs typeface="+mn-cs"/>
        </a:defRPr>
      </a:lvl3pPr>
      <a:lvl4pPr marL="431989" indent="-107997" algn="l" defTabSz="914377" rtl="0" eaLnBrk="1" latinLnBrk="1" hangingPunct="1">
        <a:lnSpc>
          <a:spcPct val="110000"/>
        </a:lnSpc>
        <a:spcBef>
          <a:spcPts val="200"/>
        </a:spcBef>
        <a:spcAft>
          <a:spcPts val="200"/>
        </a:spcAft>
        <a:buFont typeface="나눔스퀘어 네오 OTF Regular" panose="00000500000000000000" pitchFamily="50" charset="-127"/>
        <a:buChar char="-"/>
        <a:defRPr sz="1000" kern="1200">
          <a:solidFill>
            <a:schemeClr val="tx1"/>
          </a:solidFill>
          <a:latin typeface="나눔스퀘어 네오 OTF Regular" panose="00000500000000000000" pitchFamily="50" charset="-127"/>
          <a:ea typeface="나눔스퀘어 네오 OTF Regular" panose="00000500000000000000" pitchFamily="50" charset="-127"/>
          <a:cs typeface="+mn-cs"/>
        </a:defRPr>
      </a:lvl4pPr>
      <a:lvl5pPr marL="503987" indent="-107997" algn="l" defTabSz="914377" rtl="0" eaLnBrk="1" latinLnBrk="1" hangingPunct="1">
        <a:lnSpc>
          <a:spcPct val="100000"/>
        </a:lnSpc>
        <a:spcBef>
          <a:spcPts val="300"/>
        </a:spcBef>
        <a:spcAft>
          <a:spcPts val="200"/>
        </a:spcAft>
        <a:buFont typeface="나눔스퀘어 네오 OTF Bold" panose="00000800000000000000" pitchFamily="50" charset="-127"/>
        <a:buChar char="＊"/>
        <a:defRPr sz="900" kern="1200">
          <a:solidFill>
            <a:schemeClr val="tx1"/>
          </a:solidFill>
          <a:latin typeface="나눔스퀘어 네오 OTF Light" panose="00000400000000000000" pitchFamily="50" charset="-127"/>
          <a:ea typeface="나눔스퀘어 네오 OTF Light" panose="00000400000000000000" pitchFamily="50" charset="-127"/>
          <a:cs typeface="+mn-cs"/>
        </a:defRPr>
      </a:lvl5pPr>
      <a:lvl6pPr marL="2514537" indent="-228594" algn="l" defTabSz="914377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726" indent="-228594" algn="l" defTabSz="914377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914" indent="-228594" algn="l" defTabSz="914377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103" indent="-228594" algn="l" defTabSz="914377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377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89" algn="l" defTabSz="914377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77" algn="l" defTabSz="914377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66" algn="l" defTabSz="914377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54" algn="l" defTabSz="914377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943" algn="l" defTabSz="914377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131" algn="l" defTabSz="914377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320" algn="l" defTabSz="914377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509" algn="l" defTabSz="914377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216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10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9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9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69222B5-D6F0-4947-B246-583D903174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en-US" b="1" dirty="0"/>
              <a:t>Rust</a:t>
            </a:r>
            <a:r>
              <a:rPr kumimoji="1" lang="ko-KR" altLang="en-US" b="1" dirty="0"/>
              <a:t> 코드 기반 테스트를 위한 개발 프로젝트</a:t>
            </a:r>
            <a:endParaRPr kumimoji="1" lang="x-none" altLang="en-US" b="1" dirty="0"/>
          </a:p>
        </p:txBody>
      </p:sp>
      <p:sp>
        <p:nvSpPr>
          <p:cNvPr id="3" name="슬라이드 번호 개체 틀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457189" latinLnBrk="0"/>
            <a:fld id="{369BBEF4-35F7-054D-BCC4-3F145CEF9DF2}" type="slidenum">
              <a:rPr kumimoji="1" lang="x-none" altLang="en-US">
                <a:solidFill>
                  <a:prstClr val="black"/>
                </a:solidFill>
                <a:ea typeface="나눔스퀘어 네오 OTF Bold"/>
              </a:rPr>
              <a:pPr defTabSz="457189" latinLnBrk="0"/>
              <a:t>1</a:t>
            </a:fld>
            <a:endParaRPr kumimoji="1" lang="x-none" altLang="en-US">
              <a:solidFill>
                <a:prstClr val="black"/>
              </a:solidFill>
              <a:ea typeface="나눔스퀘어 네오 OTF Bold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B4A1112-C52D-79DD-E60E-0B980867FE5A}"/>
              </a:ext>
            </a:extLst>
          </p:cNvPr>
          <p:cNvSpPr txBox="1">
            <a:spLocks noChangeAspect="1"/>
          </p:cNvSpPr>
          <p:nvPr/>
        </p:nvSpPr>
        <p:spPr>
          <a:xfrm>
            <a:off x="438662" y="1316954"/>
            <a:ext cx="8264569" cy="50988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43996" lvl="1" indent="-143996">
              <a:lnSpc>
                <a:spcPct val="120000"/>
              </a:lnSpc>
              <a:spcBef>
                <a:spcPts val="600"/>
              </a:spcBef>
              <a:spcAft>
                <a:spcPts val="400"/>
              </a:spcAft>
              <a:buFont typeface="Wingdings" panose="05000000000000000000" pitchFamily="2" charset="2"/>
              <a:buChar char="§"/>
              <a:defRPr/>
            </a:pPr>
            <a:r>
              <a:rPr lang="en-US" altLang="ko-KR" sz="1200" dirty="0">
                <a:solidFill>
                  <a:prstClr val="black"/>
                </a:solidFill>
                <a:ea typeface="나눔스퀘어 네오 OTF Bold"/>
              </a:rPr>
              <a:t>Microsoft</a:t>
            </a:r>
            <a:r>
              <a:rPr lang="ko-KR" altLang="en-US" sz="1200" dirty="0">
                <a:solidFill>
                  <a:prstClr val="black"/>
                </a:solidFill>
                <a:ea typeface="나눔스퀘어 네오 OTF Bold"/>
              </a:rPr>
              <a:t>에서 제작한 경량 오픈소스 코드 에디터</a:t>
            </a:r>
            <a:endParaRPr lang="en-US" altLang="ko-KR" sz="1200" dirty="0">
              <a:solidFill>
                <a:prstClr val="black"/>
              </a:solidFill>
              <a:ea typeface="나눔스퀘어 네오 OTF Bold"/>
            </a:endParaRPr>
          </a:p>
          <a:p>
            <a:pPr marL="143996" lvl="1" indent="-143996">
              <a:lnSpc>
                <a:spcPct val="120000"/>
              </a:lnSpc>
              <a:spcBef>
                <a:spcPts val="600"/>
              </a:spcBef>
              <a:spcAft>
                <a:spcPts val="400"/>
              </a:spcAft>
              <a:buFont typeface="Wingdings" panose="05000000000000000000" pitchFamily="2" charset="2"/>
              <a:buChar char="§"/>
              <a:defRPr/>
            </a:pPr>
            <a:r>
              <a:rPr lang="en-US" altLang="ko-KR" sz="1200" dirty="0">
                <a:solidFill>
                  <a:prstClr val="black"/>
                </a:solidFill>
                <a:effectLst/>
                <a:ea typeface="나눔스퀘어 네오 OTF Bold"/>
                <a:cs typeface="Times New Roman" panose="02020603050405020304" pitchFamily="18" charset="0"/>
              </a:rPr>
              <a:t>C++ </a:t>
            </a:r>
            <a:r>
              <a:rPr lang="ko-KR" altLang="en-US" sz="1200" dirty="0">
                <a:solidFill>
                  <a:prstClr val="black"/>
                </a:solidFill>
                <a:ea typeface="나눔스퀘어 네오 OTF Bold"/>
                <a:cs typeface="Times New Roman" panose="02020603050405020304" pitchFamily="18" charset="0"/>
              </a:rPr>
              <a:t>빌드 도구</a:t>
            </a:r>
            <a:r>
              <a:rPr lang="en-US" altLang="ko-KR" sz="1200" dirty="0">
                <a:solidFill>
                  <a:prstClr val="black"/>
                </a:solidFill>
                <a:effectLst/>
                <a:ea typeface="나눔스퀘어 네오 OTF Bold"/>
                <a:cs typeface="Times New Roman" panose="02020603050405020304" pitchFamily="18" charset="0"/>
              </a:rPr>
              <a:t>, </a:t>
            </a:r>
            <a:r>
              <a:rPr lang="ko-KR" altLang="en-US" sz="1200" dirty="0">
                <a:solidFill>
                  <a:prstClr val="black"/>
                </a:solidFill>
                <a:effectLst/>
                <a:ea typeface="나눔스퀘어 네오 OTF Bold"/>
                <a:cs typeface="Times New Roman" panose="02020603050405020304" pitchFamily="18" charset="0"/>
              </a:rPr>
              <a:t>확장 프로그램 별도 </a:t>
            </a:r>
            <a:r>
              <a:rPr lang="ko-KR" altLang="en-US" sz="1200" dirty="0">
                <a:solidFill>
                  <a:prstClr val="black"/>
                </a:solidFill>
                <a:ea typeface="나눔스퀘어 네오 OTF Bold"/>
                <a:cs typeface="Times New Roman" panose="02020603050405020304" pitchFamily="18" charset="0"/>
              </a:rPr>
              <a:t>설치 필요</a:t>
            </a:r>
            <a:endParaRPr lang="en-US" altLang="ko-KR" sz="1200" dirty="0">
              <a:solidFill>
                <a:prstClr val="black"/>
              </a:solidFill>
              <a:ea typeface="나눔스퀘어 네오 OTF Bold"/>
              <a:cs typeface="Times New Roman" panose="02020603050405020304" pitchFamily="18" charset="0"/>
            </a:endParaRPr>
          </a:p>
          <a:p>
            <a:pPr marL="628650" lvl="2" indent="-171450">
              <a:lnSpc>
                <a:spcPct val="120000"/>
              </a:lnSpc>
              <a:spcBef>
                <a:spcPts val="600"/>
              </a:spcBef>
              <a:spcAft>
                <a:spcPts val="400"/>
              </a:spcAft>
              <a:buFont typeface="Arial" panose="020B0604020202020204" pitchFamily="34" charset="0"/>
              <a:buChar char="•"/>
              <a:defRPr/>
            </a:pPr>
            <a:r>
              <a:rPr lang="ko-KR" altLang="en-US" sz="1200" dirty="0">
                <a:latin typeface="+mn-ea"/>
              </a:rPr>
              <a:t>상업적 이용 시 설치 프로그램 일부 유료</a:t>
            </a:r>
            <a:endParaRPr lang="en-US" altLang="ko-KR" sz="1200" u="sng" dirty="0">
              <a:latin typeface="+mn-ea"/>
              <a:cs typeface="Times New Roman" panose="02020603050405020304" pitchFamily="18" charset="0"/>
            </a:endParaRPr>
          </a:p>
          <a:p>
            <a:pPr marL="457200" lvl="2">
              <a:lnSpc>
                <a:spcPct val="120000"/>
              </a:lnSpc>
              <a:spcBef>
                <a:spcPts val="600"/>
              </a:spcBef>
              <a:spcAft>
                <a:spcPts val="400"/>
              </a:spcAft>
              <a:defRPr/>
            </a:pPr>
            <a:endParaRPr lang="en-US" altLang="ko-KR" sz="1200" dirty="0">
              <a:solidFill>
                <a:prstClr val="black"/>
              </a:solidFill>
              <a:ea typeface="나눔스퀘어 네오 OTF Bold"/>
            </a:endParaRPr>
          </a:p>
          <a:p>
            <a:pPr marL="143996" lvl="1" indent="-143996">
              <a:lnSpc>
                <a:spcPct val="120000"/>
              </a:lnSpc>
              <a:spcBef>
                <a:spcPts val="600"/>
              </a:spcBef>
              <a:spcAft>
                <a:spcPts val="400"/>
              </a:spcAft>
              <a:buFont typeface="Wingdings" panose="05000000000000000000" pitchFamily="2" charset="2"/>
              <a:buChar char="§"/>
              <a:defRPr/>
            </a:pPr>
            <a:r>
              <a:rPr lang="ko-KR" altLang="en-US" sz="1400" dirty="0">
                <a:solidFill>
                  <a:prstClr val="black"/>
                </a:solidFill>
                <a:latin typeface="나눔스퀘어 네오 OTF Bold" panose="00000800000000000000" pitchFamily="50" charset="-127"/>
                <a:ea typeface="나눔스퀘어 네오 OTF Bold" panose="00000800000000000000" pitchFamily="50" charset="-127"/>
              </a:rPr>
              <a:t>장점</a:t>
            </a:r>
            <a:endParaRPr lang="en-US" altLang="ko-KR" sz="1400" dirty="0">
              <a:solidFill>
                <a:prstClr val="black"/>
              </a:solidFill>
              <a:latin typeface="나눔스퀘어 네오 OTF Bold" panose="00000800000000000000" pitchFamily="50" charset="-127"/>
              <a:ea typeface="나눔스퀘어 네오 OTF Bold" panose="00000800000000000000" pitchFamily="50" charset="-127"/>
            </a:endParaRPr>
          </a:p>
          <a:p>
            <a:pPr marL="287993" lvl="2" indent="-107997">
              <a:lnSpc>
                <a:spcPct val="120000"/>
              </a:lnSpc>
              <a:spcBef>
                <a:spcPts val="500"/>
              </a:spcBef>
              <a:spcAft>
                <a:spcPts val="300"/>
              </a:spcAft>
              <a:buFont typeface="Arial" panose="020B0604020202020204" pitchFamily="34" charset="0"/>
              <a:buChar char="•"/>
              <a:tabLst>
                <a:tab pos="447663" algn="l"/>
              </a:tabLst>
              <a:defRPr/>
            </a:pPr>
            <a:r>
              <a:rPr lang="en-US" altLang="ko-KR" sz="1200" dirty="0">
                <a:solidFill>
                  <a:prstClr val="black"/>
                </a:solidFill>
                <a:latin typeface="나눔스퀘어 네오 OTF Regular" panose="00000500000000000000" pitchFamily="50" charset="-127"/>
                <a:ea typeface="나눔스퀘어 네오 OTF Regular" panose="00000500000000000000" pitchFamily="50" charset="-127"/>
              </a:rPr>
              <a:t>Cargo </a:t>
            </a:r>
            <a:r>
              <a:rPr lang="ko-KR" altLang="en-US" sz="1200" dirty="0">
                <a:solidFill>
                  <a:prstClr val="black"/>
                </a:solidFill>
                <a:latin typeface="나눔스퀘어 네오 OTF Regular" panose="00000500000000000000" pitchFamily="50" charset="-127"/>
                <a:ea typeface="나눔스퀘어 네오 OTF Regular" panose="00000500000000000000" pitchFamily="50" charset="-127"/>
              </a:rPr>
              <a:t>기반 테스트 및 코드 분석 도구와의 높은 연동성</a:t>
            </a:r>
            <a:endParaRPr lang="en-US" altLang="ko-KR" sz="1200" dirty="0">
              <a:solidFill>
                <a:prstClr val="black"/>
              </a:solidFill>
              <a:latin typeface="나눔스퀘어 네오 OTF Regular" panose="00000500000000000000" pitchFamily="50" charset="-127"/>
              <a:ea typeface="나눔스퀘어 네오 OTF Regular" panose="00000500000000000000" pitchFamily="50" charset="-127"/>
            </a:endParaRPr>
          </a:p>
          <a:p>
            <a:pPr marL="287993" lvl="2" indent="-107997">
              <a:lnSpc>
                <a:spcPct val="120000"/>
              </a:lnSpc>
              <a:spcBef>
                <a:spcPts val="500"/>
              </a:spcBef>
              <a:spcAft>
                <a:spcPts val="300"/>
              </a:spcAft>
              <a:buFont typeface="Arial" panose="020B0604020202020204" pitchFamily="34" charset="0"/>
              <a:buChar char="•"/>
              <a:tabLst>
                <a:tab pos="447663" algn="l"/>
              </a:tabLst>
              <a:defRPr/>
            </a:pPr>
            <a:r>
              <a:rPr lang="ko-KR" altLang="en-US" sz="1200" dirty="0">
                <a:solidFill>
                  <a:prstClr val="black"/>
                </a:solidFill>
                <a:latin typeface="나눔스퀘어 네오 OTF Regular" panose="00000500000000000000" pitchFamily="50" charset="-127"/>
                <a:ea typeface="나눔스퀘어 네오 OTF Regular" panose="00000500000000000000" pitchFamily="50" charset="-127"/>
              </a:rPr>
              <a:t>테스트 함수 위 </a:t>
            </a:r>
            <a:r>
              <a:rPr lang="en-US" altLang="ko-KR" sz="1200" dirty="0">
                <a:solidFill>
                  <a:prstClr val="black"/>
                </a:solidFill>
                <a:latin typeface="나눔스퀘어 네오 OTF Regular" panose="00000500000000000000" pitchFamily="50" charset="-127"/>
                <a:ea typeface="나눔스퀘어 네오 OTF Regular" panose="00000500000000000000" pitchFamily="50" charset="-127"/>
              </a:rPr>
              <a:t>Run / Debug </a:t>
            </a:r>
            <a:r>
              <a:rPr lang="ko-KR" altLang="en-US" sz="1200" dirty="0">
                <a:solidFill>
                  <a:prstClr val="black"/>
                </a:solidFill>
                <a:latin typeface="나눔스퀘어 네오 OTF Regular" panose="00000500000000000000" pitchFamily="50" charset="-127"/>
                <a:ea typeface="나눔스퀘어 네오 OTF Regular" panose="00000500000000000000" pitchFamily="50" charset="-127"/>
              </a:rPr>
              <a:t>버튼 제공</a:t>
            </a:r>
            <a:endParaRPr lang="en-US" altLang="ko-KR" sz="1200" dirty="0">
              <a:solidFill>
                <a:prstClr val="black"/>
              </a:solidFill>
              <a:latin typeface="나눔스퀘어 네오 OTF Regular" panose="00000500000000000000" pitchFamily="50" charset="-127"/>
              <a:ea typeface="나눔스퀘어 네오 OTF Regular" panose="00000500000000000000" pitchFamily="50" charset="-127"/>
            </a:endParaRPr>
          </a:p>
          <a:p>
            <a:pPr marL="143996" lvl="1" indent="-143996">
              <a:lnSpc>
                <a:spcPct val="120000"/>
              </a:lnSpc>
              <a:spcBef>
                <a:spcPts val="600"/>
              </a:spcBef>
              <a:spcAft>
                <a:spcPts val="400"/>
              </a:spcAft>
              <a:buFont typeface="Wingdings" panose="05000000000000000000" pitchFamily="2" charset="2"/>
              <a:buChar char="§"/>
              <a:defRPr/>
            </a:pPr>
            <a:r>
              <a:rPr lang="ko-KR" altLang="en-US" sz="1400" dirty="0">
                <a:solidFill>
                  <a:prstClr val="black"/>
                </a:solidFill>
                <a:latin typeface="나눔스퀘어 네오 OTF Bold" panose="00000800000000000000" pitchFamily="50" charset="-127"/>
                <a:ea typeface="나눔스퀘어 네오 OTF Bold" panose="00000800000000000000" pitchFamily="50" charset="-127"/>
              </a:rPr>
              <a:t>단점</a:t>
            </a:r>
            <a:endParaRPr lang="en-US" altLang="ko-KR" sz="1400" dirty="0">
              <a:solidFill>
                <a:prstClr val="black"/>
              </a:solidFill>
              <a:latin typeface="나눔스퀘어 네오 OTF Bold" panose="00000800000000000000" pitchFamily="50" charset="-127"/>
              <a:ea typeface="나눔스퀘어 네오 OTF Bold" panose="00000800000000000000" pitchFamily="50" charset="-127"/>
            </a:endParaRPr>
          </a:p>
          <a:p>
            <a:pPr marL="287993" lvl="2" indent="-107997">
              <a:lnSpc>
                <a:spcPct val="120000"/>
              </a:lnSpc>
              <a:spcBef>
                <a:spcPts val="500"/>
              </a:spcBef>
              <a:spcAft>
                <a:spcPts val="300"/>
              </a:spcAft>
              <a:buFont typeface="Arial" panose="020B0604020202020204" pitchFamily="34" charset="0"/>
              <a:buChar char="•"/>
              <a:tabLst>
                <a:tab pos="447663" algn="l"/>
              </a:tabLst>
              <a:defRPr/>
            </a:pPr>
            <a:r>
              <a:rPr lang="en-US" altLang="ko-KR" sz="1200" dirty="0">
                <a:solidFill>
                  <a:prstClr val="black"/>
                </a:solidFill>
                <a:latin typeface="나눔스퀘어 네오 OTF Regular" panose="00000500000000000000" pitchFamily="50" charset="-127"/>
                <a:ea typeface="나눔스퀘어 네오 OTF Regular" panose="00000500000000000000" pitchFamily="50" charset="-127"/>
              </a:rPr>
              <a:t>Rust </a:t>
            </a:r>
            <a:r>
              <a:rPr lang="ko-KR" altLang="en-US" sz="1200" dirty="0">
                <a:solidFill>
                  <a:prstClr val="black"/>
                </a:solidFill>
                <a:latin typeface="나눔스퀘어 네오 OTF Regular" panose="00000500000000000000" pitchFamily="50" charset="-127"/>
                <a:ea typeface="나눔스퀘어 네오 OTF Regular" panose="00000500000000000000" pitchFamily="50" charset="-127"/>
              </a:rPr>
              <a:t>전용 </a:t>
            </a:r>
            <a:r>
              <a:rPr lang="en-US" altLang="ko-KR" sz="1200" dirty="0">
                <a:solidFill>
                  <a:prstClr val="black"/>
                </a:solidFill>
                <a:latin typeface="나눔스퀘어 네오 OTF Regular" panose="00000500000000000000" pitchFamily="50" charset="-127"/>
                <a:ea typeface="나눔스퀘어 네오 OTF Regular" panose="00000500000000000000" pitchFamily="50" charset="-127"/>
              </a:rPr>
              <a:t>IDE</a:t>
            </a:r>
            <a:r>
              <a:rPr lang="ko-KR" altLang="en-US" sz="1200" dirty="0">
                <a:solidFill>
                  <a:prstClr val="black"/>
                </a:solidFill>
                <a:latin typeface="나눔스퀘어 네오 OTF Regular" panose="00000500000000000000" pitchFamily="50" charset="-127"/>
                <a:ea typeface="나눔스퀘어 네오 OTF Regular" panose="00000500000000000000" pitchFamily="50" charset="-127"/>
              </a:rPr>
              <a:t>가 아니기 때문에 초기 환경 설정 필요</a:t>
            </a:r>
            <a:endParaRPr lang="en-US" altLang="ko-KR" sz="1200" dirty="0">
              <a:solidFill>
                <a:prstClr val="black"/>
              </a:solidFill>
              <a:latin typeface="나눔스퀘어 네오 OTF Regular" panose="00000500000000000000" pitchFamily="50" charset="-127"/>
              <a:ea typeface="나눔스퀘어 네오 OTF Regular" panose="00000500000000000000" pitchFamily="50" charset="-127"/>
            </a:endParaRPr>
          </a:p>
          <a:p>
            <a:pPr marL="287993" lvl="2" indent="-107997">
              <a:lnSpc>
                <a:spcPct val="120000"/>
              </a:lnSpc>
              <a:spcBef>
                <a:spcPts val="500"/>
              </a:spcBef>
              <a:spcAft>
                <a:spcPts val="300"/>
              </a:spcAft>
              <a:buFont typeface="Arial" panose="020B0604020202020204" pitchFamily="34" charset="0"/>
              <a:buChar char="•"/>
              <a:tabLst>
                <a:tab pos="447663" algn="l"/>
              </a:tabLst>
              <a:defRPr/>
            </a:pPr>
            <a:r>
              <a:rPr lang="en-US" altLang="ko-KR" sz="1200" dirty="0">
                <a:solidFill>
                  <a:prstClr val="black"/>
                </a:solidFill>
                <a:latin typeface="나눔스퀘어 네오 OTF Regular" panose="00000500000000000000" pitchFamily="50" charset="-127"/>
                <a:ea typeface="나눔스퀘어 네오 OTF Regular" panose="00000500000000000000" pitchFamily="50" charset="-127"/>
              </a:rPr>
              <a:t>JetBrains </a:t>
            </a:r>
            <a:r>
              <a:rPr lang="ko-KR" altLang="en-US" sz="1200" dirty="0">
                <a:solidFill>
                  <a:prstClr val="black"/>
                </a:solidFill>
                <a:latin typeface="나눔스퀘어 네오 OTF Regular" panose="00000500000000000000" pitchFamily="50" charset="-127"/>
                <a:ea typeface="나눔스퀘어 네오 OTF Regular" panose="00000500000000000000" pitchFamily="50" charset="-127"/>
              </a:rPr>
              <a:t>계열 </a:t>
            </a:r>
            <a:r>
              <a:rPr lang="en-US" altLang="ko-KR" sz="1200" dirty="0">
                <a:solidFill>
                  <a:prstClr val="black"/>
                </a:solidFill>
                <a:latin typeface="나눔스퀘어 네오 OTF Regular" panose="00000500000000000000" pitchFamily="50" charset="-127"/>
                <a:ea typeface="나눔스퀘어 네오 OTF Regular" panose="00000500000000000000" pitchFamily="50" charset="-127"/>
              </a:rPr>
              <a:t>IDE</a:t>
            </a:r>
            <a:r>
              <a:rPr lang="ko-KR" altLang="en-US" sz="1200" dirty="0">
                <a:solidFill>
                  <a:prstClr val="black"/>
                </a:solidFill>
                <a:latin typeface="나눔스퀘어 네오 OTF Regular" panose="00000500000000000000" pitchFamily="50" charset="-127"/>
                <a:ea typeface="나눔스퀘어 네오 OTF Regular" panose="00000500000000000000" pitchFamily="50" charset="-127"/>
              </a:rPr>
              <a:t>에 비해 통합된 코드 분석 및 </a:t>
            </a:r>
            <a:r>
              <a:rPr lang="ko-KR" altLang="en-US" sz="1200" dirty="0" err="1">
                <a:solidFill>
                  <a:prstClr val="black"/>
                </a:solidFill>
                <a:latin typeface="나눔스퀘어 네오 OTF Regular" panose="00000500000000000000" pitchFamily="50" charset="-127"/>
                <a:ea typeface="나눔스퀘어 네오 OTF Regular" panose="00000500000000000000" pitchFamily="50" charset="-127"/>
              </a:rPr>
              <a:t>리팩토링</a:t>
            </a:r>
            <a:r>
              <a:rPr lang="ko-KR" altLang="en-US" sz="1200" dirty="0">
                <a:solidFill>
                  <a:prstClr val="black"/>
                </a:solidFill>
                <a:latin typeface="나눔스퀘어 네오 OTF Regular" panose="00000500000000000000" pitchFamily="50" charset="-127"/>
                <a:ea typeface="나눔스퀘어 네오 OTF Regular" panose="00000500000000000000" pitchFamily="50" charset="-127"/>
              </a:rPr>
              <a:t> 기능이 제한적</a:t>
            </a:r>
            <a:endParaRPr lang="en-US" altLang="ko-KR" sz="1200" dirty="0">
              <a:solidFill>
                <a:prstClr val="black"/>
              </a:solidFill>
              <a:latin typeface="나눔스퀘어 네오 OTF Regular" panose="00000500000000000000" pitchFamily="50" charset="-127"/>
              <a:ea typeface="나눔스퀘어 네오 OTF Regular" panose="00000500000000000000" pitchFamily="50" charset="-127"/>
            </a:endParaRPr>
          </a:p>
          <a:p>
            <a:pPr marL="287993" lvl="2" indent="-107997">
              <a:lnSpc>
                <a:spcPct val="120000"/>
              </a:lnSpc>
              <a:spcBef>
                <a:spcPts val="500"/>
              </a:spcBef>
              <a:spcAft>
                <a:spcPts val="300"/>
              </a:spcAft>
              <a:buFont typeface="Arial" panose="020B0604020202020204" pitchFamily="34" charset="0"/>
              <a:buChar char="•"/>
              <a:tabLst>
                <a:tab pos="447663" algn="l"/>
              </a:tabLst>
              <a:defRPr/>
            </a:pPr>
            <a:endParaRPr lang="en-US" altLang="ko-KR" sz="1100" dirty="0">
              <a:solidFill>
                <a:prstClr val="black"/>
              </a:solidFill>
              <a:latin typeface="나눔스퀘어 네오 OTF Regular" panose="00000500000000000000" pitchFamily="50" charset="-127"/>
              <a:ea typeface="나눔스퀘어 네오 OTF Regular" panose="00000500000000000000" pitchFamily="50" charset="-127"/>
            </a:endParaRPr>
          </a:p>
          <a:p>
            <a:pPr marL="143996" lvl="1" indent="-143996">
              <a:lnSpc>
                <a:spcPct val="120000"/>
              </a:lnSpc>
              <a:spcBef>
                <a:spcPts val="600"/>
              </a:spcBef>
              <a:spcAft>
                <a:spcPts val="400"/>
              </a:spcAft>
              <a:buFont typeface="Wingdings" panose="05000000000000000000" pitchFamily="2" charset="2"/>
              <a:buChar char="§"/>
              <a:defRPr/>
            </a:pPr>
            <a:r>
              <a:rPr lang="ko-KR" altLang="en-US" sz="1400" dirty="0">
                <a:solidFill>
                  <a:prstClr val="black"/>
                </a:solidFill>
                <a:latin typeface="나눔스퀘어 네오 OTF Bold" panose="00000800000000000000" pitchFamily="50" charset="-127"/>
                <a:ea typeface="나눔스퀘어 네오 OTF Bold" panose="00000800000000000000" pitchFamily="50" charset="-127"/>
              </a:rPr>
              <a:t>테스트 편의성</a:t>
            </a:r>
            <a:endParaRPr lang="en-US" altLang="ko-KR" sz="1400" dirty="0">
              <a:solidFill>
                <a:prstClr val="black"/>
              </a:solidFill>
              <a:latin typeface="나눔스퀘어 네오 OTF Bold" panose="00000800000000000000" pitchFamily="50" charset="-127"/>
              <a:ea typeface="나눔스퀘어 네오 OTF Bold" panose="00000800000000000000" pitchFamily="50" charset="-127"/>
            </a:endParaRPr>
          </a:p>
          <a:p>
            <a:pPr marL="287993" lvl="2" indent="-107997">
              <a:lnSpc>
                <a:spcPct val="120000"/>
              </a:lnSpc>
              <a:spcBef>
                <a:spcPts val="500"/>
              </a:spcBef>
              <a:spcAft>
                <a:spcPts val="300"/>
              </a:spcAft>
              <a:buFont typeface="Arial" panose="020B0604020202020204" pitchFamily="34" charset="0"/>
              <a:buChar char="•"/>
              <a:tabLst>
                <a:tab pos="447663" algn="l"/>
              </a:tabLst>
              <a:defRPr/>
            </a:pPr>
            <a:r>
              <a:rPr lang="ko-KR" altLang="en-US" sz="1200" dirty="0">
                <a:solidFill>
                  <a:prstClr val="black"/>
                </a:solidFill>
                <a:latin typeface="나눔스퀘어 네오 OTF Regular" panose="00000500000000000000" pitchFamily="50" charset="-127"/>
                <a:ea typeface="나눔스퀘어 네오 OTF Regular" panose="00000500000000000000" pitchFamily="50" charset="-127"/>
              </a:rPr>
              <a:t>함수</a:t>
            </a:r>
            <a:r>
              <a:rPr lang="en-US" altLang="ko-KR" sz="1200" dirty="0">
                <a:solidFill>
                  <a:prstClr val="black"/>
                </a:solidFill>
                <a:latin typeface="나눔스퀘어 네오 OTF Regular" panose="00000500000000000000" pitchFamily="50" charset="-127"/>
                <a:ea typeface="나눔스퀘어 네오 OTF Regular" panose="00000500000000000000" pitchFamily="50" charset="-127"/>
              </a:rPr>
              <a:t>, </a:t>
            </a:r>
            <a:r>
              <a:rPr lang="ko-KR" altLang="en-US" sz="1200" dirty="0">
                <a:solidFill>
                  <a:prstClr val="black"/>
                </a:solidFill>
                <a:latin typeface="나눔스퀘어 네오 OTF Regular" panose="00000500000000000000" pitchFamily="50" charset="-127"/>
                <a:ea typeface="나눔스퀘어 네오 OTF Regular" panose="00000500000000000000" pitchFamily="50" charset="-127"/>
              </a:rPr>
              <a:t>모듈</a:t>
            </a:r>
            <a:r>
              <a:rPr lang="en-US" altLang="ko-KR" sz="1200" dirty="0">
                <a:solidFill>
                  <a:prstClr val="black"/>
                </a:solidFill>
                <a:latin typeface="나눔스퀘어 네오 OTF Regular" panose="00000500000000000000" pitchFamily="50" charset="-127"/>
                <a:ea typeface="나눔스퀘어 네오 OTF Regular" panose="00000500000000000000" pitchFamily="50" charset="-127"/>
              </a:rPr>
              <a:t>, </a:t>
            </a:r>
            <a:r>
              <a:rPr lang="ko-KR" altLang="en-US" sz="1200" dirty="0">
                <a:solidFill>
                  <a:prstClr val="black"/>
                </a:solidFill>
                <a:latin typeface="나눔스퀘어 네오 OTF Regular" panose="00000500000000000000" pitchFamily="50" charset="-127"/>
                <a:ea typeface="나눔스퀘어 네오 OTF Regular" panose="00000500000000000000" pitchFamily="50" charset="-127"/>
              </a:rPr>
              <a:t>패키지</a:t>
            </a:r>
            <a:r>
              <a:rPr lang="en-US" altLang="ko-KR" sz="1200" dirty="0">
                <a:solidFill>
                  <a:prstClr val="black"/>
                </a:solidFill>
                <a:latin typeface="나눔스퀘어 네오 OTF Regular" panose="00000500000000000000" pitchFamily="50" charset="-127"/>
                <a:ea typeface="나눔스퀘어 네오 OTF Regular" panose="00000500000000000000" pitchFamily="50" charset="-127"/>
              </a:rPr>
              <a:t>, </a:t>
            </a:r>
            <a:r>
              <a:rPr lang="ko-KR" altLang="en-US" sz="1200" dirty="0">
                <a:solidFill>
                  <a:prstClr val="black"/>
                </a:solidFill>
                <a:latin typeface="나눔스퀘어 네오 OTF Regular" panose="00000500000000000000" pitchFamily="50" charset="-127"/>
                <a:ea typeface="나눔스퀘어 네오 OTF Regular" panose="00000500000000000000" pitchFamily="50" charset="-127"/>
              </a:rPr>
              <a:t>파일</a:t>
            </a:r>
            <a:r>
              <a:rPr lang="en-US" altLang="ko-KR" sz="1200" dirty="0">
                <a:solidFill>
                  <a:prstClr val="black"/>
                </a:solidFill>
                <a:latin typeface="나눔스퀘어 네오 OTF Regular" panose="00000500000000000000" pitchFamily="50" charset="-127"/>
                <a:ea typeface="나눔스퀘어 네오 OTF Regular" panose="00000500000000000000" pitchFamily="50" charset="-127"/>
              </a:rPr>
              <a:t> </a:t>
            </a:r>
            <a:r>
              <a:rPr lang="ko-KR" altLang="en-US" sz="1200" dirty="0">
                <a:solidFill>
                  <a:prstClr val="black"/>
                </a:solidFill>
                <a:latin typeface="나눔스퀘어 네오 OTF Regular" panose="00000500000000000000" pitchFamily="50" charset="-127"/>
                <a:ea typeface="나눔스퀘어 네오 OTF Regular" panose="00000500000000000000" pitchFamily="50" charset="-127"/>
              </a:rPr>
              <a:t>등 테스트 단위 조절 가능</a:t>
            </a:r>
            <a:endParaRPr lang="en-US" altLang="ko-KR" sz="1200" dirty="0">
              <a:solidFill>
                <a:prstClr val="black"/>
              </a:solidFill>
              <a:latin typeface="나눔스퀘어 네오 OTF Regular" panose="00000500000000000000" pitchFamily="50" charset="-127"/>
              <a:ea typeface="나눔스퀘어 네오 OTF Regular" panose="00000500000000000000" pitchFamily="50" charset="-127"/>
            </a:endParaRPr>
          </a:p>
          <a:p>
            <a:pPr marL="287993" lvl="2" indent="-107997">
              <a:lnSpc>
                <a:spcPct val="120000"/>
              </a:lnSpc>
              <a:spcBef>
                <a:spcPts val="500"/>
              </a:spcBef>
              <a:spcAft>
                <a:spcPts val="300"/>
              </a:spcAft>
              <a:buFont typeface="Arial" panose="020B0604020202020204" pitchFamily="34" charset="0"/>
              <a:buChar char="•"/>
              <a:tabLst>
                <a:tab pos="447663" algn="l"/>
              </a:tabLst>
              <a:defRPr/>
            </a:pPr>
            <a:r>
              <a:rPr lang="en-US" altLang="ko-KR" sz="1200" dirty="0">
                <a:solidFill>
                  <a:prstClr val="black"/>
                </a:solidFill>
                <a:latin typeface="나눔스퀘어 네오 OTF Regular" panose="00000500000000000000" pitchFamily="50" charset="-127"/>
                <a:ea typeface="나눔스퀘어 네오 OTF Regular" panose="00000500000000000000" pitchFamily="50" charset="-127"/>
              </a:rPr>
              <a:t>HTML </a:t>
            </a:r>
            <a:r>
              <a:rPr lang="ko-KR" altLang="en-US" sz="1200" dirty="0">
                <a:solidFill>
                  <a:prstClr val="black"/>
                </a:solidFill>
                <a:latin typeface="나눔스퀘어 네오 OTF Regular" panose="00000500000000000000" pitchFamily="50" charset="-127"/>
                <a:ea typeface="나눔스퀘어 네오 OTF Regular" panose="00000500000000000000" pitchFamily="50" charset="-127"/>
              </a:rPr>
              <a:t>기반 커버리지 리포트 생성 가능</a:t>
            </a:r>
            <a:endParaRPr lang="en-US" altLang="ko-KR" sz="1200" dirty="0">
              <a:solidFill>
                <a:prstClr val="black"/>
              </a:solidFill>
              <a:latin typeface="나눔스퀘어 네오 OTF Regular" panose="00000500000000000000" pitchFamily="50" charset="-127"/>
              <a:ea typeface="나눔스퀘어 네오 OTF Regular" panose="00000500000000000000" pitchFamily="50" charset="-127"/>
            </a:endParaRPr>
          </a:p>
          <a:p>
            <a:pPr marL="287993" lvl="2" indent="-107997">
              <a:lnSpc>
                <a:spcPct val="120000"/>
              </a:lnSpc>
              <a:spcBef>
                <a:spcPts val="500"/>
              </a:spcBef>
              <a:spcAft>
                <a:spcPts val="300"/>
              </a:spcAft>
              <a:buFont typeface="Arial" panose="020B0604020202020204" pitchFamily="34" charset="0"/>
              <a:buChar char="•"/>
              <a:tabLst>
                <a:tab pos="447663" algn="l"/>
              </a:tabLst>
              <a:defRPr/>
            </a:pPr>
            <a:r>
              <a:rPr lang="ko-KR" altLang="en-US" sz="1200" dirty="0" err="1">
                <a:solidFill>
                  <a:prstClr val="black"/>
                </a:solidFill>
                <a:latin typeface="나눔스퀘어 네오 OTF Regular" panose="00000500000000000000" pitchFamily="50" charset="-127"/>
                <a:ea typeface="나눔스퀘어 네오 OTF Regular" panose="00000500000000000000" pitchFamily="50" charset="-127"/>
              </a:rPr>
              <a:t>리팩토링</a:t>
            </a:r>
            <a:r>
              <a:rPr lang="en-US" altLang="ko-KR" sz="1200" dirty="0">
                <a:solidFill>
                  <a:prstClr val="black"/>
                </a:solidFill>
                <a:latin typeface="나눔스퀘어 네오 OTF Regular" panose="00000500000000000000" pitchFamily="50" charset="-127"/>
                <a:ea typeface="나눔스퀘어 네오 OTF Regular" panose="00000500000000000000" pitchFamily="50" charset="-127"/>
              </a:rPr>
              <a:t>, </a:t>
            </a:r>
            <a:r>
              <a:rPr lang="ko-KR" altLang="en-US" sz="1200" dirty="0">
                <a:solidFill>
                  <a:prstClr val="black"/>
                </a:solidFill>
                <a:latin typeface="나눔스퀘어 네오 OTF Regular" panose="00000500000000000000" pitchFamily="50" charset="-127"/>
                <a:ea typeface="나눔스퀘어 네오 OTF Regular" panose="00000500000000000000" pitchFamily="50" charset="-127"/>
              </a:rPr>
              <a:t>코드 탐색 기능 제공</a:t>
            </a:r>
            <a:endParaRPr lang="en-US" altLang="ko-KR" sz="1200" dirty="0">
              <a:solidFill>
                <a:prstClr val="black"/>
              </a:solidFill>
              <a:latin typeface="나눔스퀘어 네오 OTF Regular" panose="00000500000000000000" pitchFamily="50" charset="-127"/>
              <a:ea typeface="나눔스퀘어 네오 OTF Regular" panose="00000500000000000000" pitchFamily="50" charset="-127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620B1D1-88C8-C3A1-A6AC-FB40657DA5CC}"/>
              </a:ext>
            </a:extLst>
          </p:cNvPr>
          <p:cNvSpPr txBox="1">
            <a:spLocks noChangeAspect="1"/>
          </p:cNvSpPr>
          <p:nvPr/>
        </p:nvSpPr>
        <p:spPr>
          <a:xfrm>
            <a:off x="438664" y="912969"/>
            <a:ext cx="2420856" cy="338554"/>
          </a:xfrm>
          <a:prstGeom prst="rect">
            <a:avLst/>
          </a:prstGeom>
          <a:noFill/>
          <a:ln>
            <a:noFill/>
          </a:ln>
        </p:spPr>
        <p:txBody>
          <a:bodyPr wrap="none" rtlCol="0" anchor="ctr">
            <a:spAutoFit/>
          </a:bodyPr>
          <a:lstStyle/>
          <a:p>
            <a:pPr defTabSz="457189" latinLnBrk="0"/>
            <a:r>
              <a:rPr lang="ko-KR" altLang="en-US" sz="1600" b="1" dirty="0" err="1">
                <a:solidFill>
                  <a:srgbClr val="002878"/>
                </a:solidFill>
                <a:latin typeface="나눔스퀘어 네오 OTF ExtraBold" panose="00000900000000000000" pitchFamily="50" charset="-127"/>
                <a:ea typeface="나눔스퀘어 네오 OTF ExtraBold" panose="00000900000000000000" pitchFamily="50" charset="-127"/>
              </a:rPr>
              <a:t>부루마불</a:t>
            </a:r>
            <a:r>
              <a:rPr lang="ko-KR" altLang="en-US" sz="1600" b="1">
                <a:solidFill>
                  <a:srgbClr val="002878"/>
                </a:solidFill>
                <a:latin typeface="나눔스퀘어 네오 OTF ExtraBold" panose="00000900000000000000" pitchFamily="50" charset="-127"/>
                <a:ea typeface="나눔스퀘어 네오 OTF ExtraBold" panose="00000900000000000000" pitchFamily="50" charset="-127"/>
              </a:rPr>
              <a:t> 컨셉의 보드게임</a:t>
            </a:r>
            <a:endParaRPr lang="ko-KR" altLang="en-US" sz="1600" dirty="0">
              <a:solidFill>
                <a:srgbClr val="002060"/>
              </a:solidFill>
              <a:latin typeface="나눔스퀘어 네오 OTF ExtraBold" panose="00000900000000000000" pitchFamily="50" charset="-127"/>
              <a:ea typeface="나눔스퀘어 네오 OTF ExtraBold" panose="00000900000000000000" pitchFamily="50" charset="-127"/>
            </a:endParaRP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9449BDB6-062E-2CE3-F757-47E16E9475DE}"/>
              </a:ext>
            </a:extLst>
          </p:cNvPr>
          <p:cNvSpPr/>
          <p:nvPr/>
        </p:nvSpPr>
        <p:spPr>
          <a:xfrm>
            <a:off x="396695" y="983247"/>
            <a:ext cx="45719" cy="19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189" latinLnBrk="0"/>
            <a:endParaRPr lang="ko-KR" altLang="en-US" dirty="0">
              <a:solidFill>
                <a:prstClr val="black"/>
              </a:solidFill>
              <a:latin typeface="나눔스퀘어 네오 OTF Regular" panose="00000500000000000000" pitchFamily="50" charset="-127"/>
              <a:ea typeface="나눔스퀘어 네오 OTF Regular" panose="00000500000000000000" pitchFamily="50" charset="-127"/>
            </a:endParaRP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1991EB7D-A1AB-4374-A508-52AE86BB4B0C}"/>
              </a:ext>
            </a:extLst>
          </p:cNvPr>
          <p:cNvPicPr/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67164" y="983247"/>
            <a:ext cx="1029638" cy="1006432"/>
          </a:xfrm>
          <a:prstGeom prst="rect">
            <a:avLst/>
          </a:prstGeom>
        </p:spPr>
      </p:pic>
      <p:pic>
        <p:nvPicPr>
          <p:cNvPr id="18" name="그림 17">
            <a:extLst>
              <a:ext uri="{FF2B5EF4-FFF2-40B4-BE49-F238E27FC236}">
                <a16:creationId xmlns:a16="http://schemas.microsoft.com/office/drawing/2014/main" id="{E5F21CAC-54F2-4B38-BCFC-0C71E73F962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70758" y="2576997"/>
            <a:ext cx="3249018" cy="27611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4114275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DF6E448-C201-639C-38EC-760BAD2187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en-US" b="1" dirty="0"/>
              <a:t>Rust</a:t>
            </a:r>
            <a:r>
              <a:rPr kumimoji="1" lang="ko-KR" altLang="en-US" b="1" dirty="0"/>
              <a:t> 언어 사용을 위한 </a:t>
            </a:r>
            <a:r>
              <a:rPr kumimoji="1" lang="en-US" altLang="ko-KR" b="1" dirty="0"/>
              <a:t>IDE </a:t>
            </a:r>
            <a:r>
              <a:rPr kumimoji="1" lang="ko-KR" altLang="en-US" b="1" dirty="0"/>
              <a:t>분석</a:t>
            </a:r>
            <a:endParaRPr lang="ko-KR" altLang="en-US" dirty="0"/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8A353774-A668-F974-34EE-758E91BD8E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CDA562-D163-4743-A5E0-EF338EDE3E78}" type="slidenum">
              <a:rPr lang="en-US" altLang="ko-KR" smtClean="0"/>
              <a:pPr/>
              <a:t>2</a:t>
            </a:fld>
            <a:endParaRPr lang="en-US" altLang="ko-KR"/>
          </a:p>
        </p:txBody>
      </p:sp>
      <p:grpSp>
        <p:nvGrpSpPr>
          <p:cNvPr id="4" name="그룹 3">
            <a:extLst>
              <a:ext uri="{FF2B5EF4-FFF2-40B4-BE49-F238E27FC236}">
                <a16:creationId xmlns:a16="http://schemas.microsoft.com/office/drawing/2014/main" id="{8C06A725-AC08-B757-A296-496CEBC268B9}"/>
              </a:ext>
            </a:extLst>
          </p:cNvPr>
          <p:cNvGrpSpPr/>
          <p:nvPr/>
        </p:nvGrpSpPr>
        <p:grpSpPr>
          <a:xfrm>
            <a:off x="396692" y="912969"/>
            <a:ext cx="8300480" cy="338554"/>
            <a:chOff x="396692" y="912969"/>
            <a:chExt cx="8300480" cy="338554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D8711C27-ADA2-ECA5-4FC1-FAA6C8CEE0FF}"/>
                </a:ext>
              </a:extLst>
            </p:cNvPr>
            <p:cNvSpPr txBox="1">
              <a:spLocks noChangeAspect="1"/>
            </p:cNvSpPr>
            <p:nvPr/>
          </p:nvSpPr>
          <p:spPr>
            <a:xfrm>
              <a:off x="438663" y="912969"/>
              <a:ext cx="8258509" cy="33855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 anchor="ctr">
              <a:spAutoFit/>
            </a:bodyPr>
            <a:lstStyle/>
            <a:p>
              <a:r>
                <a:rPr lang="ko-KR" altLang="en-US" sz="1600" dirty="0">
                  <a:solidFill>
                    <a:schemeClr val="tx2"/>
                  </a:solidFill>
                  <a:latin typeface="나눔스퀘어 네오 OTF ExtraBold" panose="00000900000000000000" pitchFamily="50" charset="-127"/>
                  <a:ea typeface="나눔스퀘어 네오 OTF ExtraBold" panose="00000900000000000000" pitchFamily="50" charset="-127"/>
                </a:rPr>
                <a:t>공통 테스트 기법</a:t>
              </a:r>
              <a:r>
                <a:rPr lang="en-US" altLang="ko-KR" sz="1600" dirty="0">
                  <a:solidFill>
                    <a:schemeClr val="tx2"/>
                  </a:solidFill>
                  <a:latin typeface="나눔스퀘어 네오 OTF ExtraBold" panose="00000900000000000000" pitchFamily="50" charset="-127"/>
                  <a:ea typeface="나눔스퀘어 네오 OTF ExtraBold" panose="00000900000000000000" pitchFamily="50" charset="-127"/>
                </a:rPr>
                <a:t> -</a:t>
              </a:r>
              <a:r>
                <a:rPr lang="ko-KR" altLang="en-US" sz="1600" dirty="0">
                  <a:solidFill>
                    <a:schemeClr val="tx2"/>
                  </a:solidFill>
                  <a:latin typeface="나눔스퀘어 네오 OTF ExtraBold" panose="00000900000000000000" pitchFamily="50" charset="-127"/>
                  <a:ea typeface="나눔스퀘어 네오 OTF ExtraBold" panose="00000900000000000000" pitchFamily="50" charset="-127"/>
                </a:rPr>
                <a:t> </a:t>
              </a:r>
              <a:r>
                <a:rPr lang="en-US" altLang="ko-KR" sz="1600" dirty="0">
                  <a:solidFill>
                    <a:schemeClr val="tx2"/>
                  </a:solidFill>
                  <a:latin typeface="나눔스퀘어 네오 OTF ExtraBold" panose="00000900000000000000" pitchFamily="50" charset="-127"/>
                  <a:ea typeface="나눔스퀘어 네오 OTF ExtraBold" panose="00000900000000000000" pitchFamily="50" charset="-127"/>
                </a:rPr>
                <a:t>cargo</a:t>
              </a:r>
              <a:endParaRPr lang="ko-KR" altLang="en-US" sz="1600" dirty="0">
                <a:solidFill>
                  <a:schemeClr val="tx2"/>
                </a:solidFill>
                <a:latin typeface="나눔스퀘어 네오 OTF ExtraBold" panose="00000900000000000000" pitchFamily="50" charset="-127"/>
                <a:ea typeface="나눔스퀘어 네오 OTF ExtraBold" panose="00000900000000000000" pitchFamily="50" charset="-127"/>
              </a:endParaRPr>
            </a:p>
          </p:txBody>
        </p:sp>
        <p:sp>
          <p:nvSpPr>
            <p:cNvPr id="6" name="직사각형 5">
              <a:extLst>
                <a:ext uri="{FF2B5EF4-FFF2-40B4-BE49-F238E27FC236}">
                  <a16:creationId xmlns:a16="http://schemas.microsoft.com/office/drawing/2014/main" id="{1563881C-8CB2-C514-D28F-2A17EA95A044}"/>
                </a:ext>
              </a:extLst>
            </p:cNvPr>
            <p:cNvSpPr/>
            <p:nvPr/>
          </p:nvSpPr>
          <p:spPr>
            <a:xfrm>
              <a:off x="396692" y="983246"/>
              <a:ext cx="45719" cy="198000"/>
            </a:xfrm>
            <a:prstGeom prst="rect">
              <a:avLst/>
            </a:prstGeom>
            <a:solidFill>
              <a:schemeClr val="tx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</p:grpSp>
      <p:grpSp>
        <p:nvGrpSpPr>
          <p:cNvPr id="8" name="그룹 7">
            <a:extLst>
              <a:ext uri="{FF2B5EF4-FFF2-40B4-BE49-F238E27FC236}">
                <a16:creationId xmlns:a16="http://schemas.microsoft.com/office/drawing/2014/main" id="{FA79A05D-2DED-4A64-B77A-607167ECE977}"/>
              </a:ext>
            </a:extLst>
          </p:cNvPr>
          <p:cNvGrpSpPr/>
          <p:nvPr/>
        </p:nvGrpSpPr>
        <p:grpSpPr>
          <a:xfrm>
            <a:off x="358775" y="3552265"/>
            <a:ext cx="8300480" cy="338554"/>
            <a:chOff x="396692" y="912969"/>
            <a:chExt cx="8300480" cy="338554"/>
          </a:xfrm>
        </p:grpSpPr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8B852184-431E-4583-991F-3BD2C170D0EA}"/>
                </a:ext>
              </a:extLst>
            </p:cNvPr>
            <p:cNvSpPr txBox="1">
              <a:spLocks noChangeAspect="1"/>
            </p:cNvSpPr>
            <p:nvPr/>
          </p:nvSpPr>
          <p:spPr>
            <a:xfrm>
              <a:off x="438663" y="912969"/>
              <a:ext cx="8258509" cy="33855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 anchor="ctr">
              <a:spAutoFit/>
            </a:bodyPr>
            <a:lstStyle/>
            <a:p>
              <a:r>
                <a:rPr lang="ko-KR" altLang="en-US" sz="1600" dirty="0">
                  <a:solidFill>
                    <a:schemeClr val="tx2"/>
                  </a:solidFill>
                  <a:latin typeface="나눔스퀘어 네오 OTF ExtraBold" panose="00000900000000000000" pitchFamily="50" charset="-127"/>
                  <a:ea typeface="나눔스퀘어 네오 OTF ExtraBold" panose="00000900000000000000" pitchFamily="50" charset="-127"/>
                </a:rPr>
                <a:t>테스트 지원 기능 비교</a:t>
              </a:r>
            </a:p>
          </p:txBody>
        </p:sp>
        <p:sp>
          <p:nvSpPr>
            <p:cNvPr id="10" name="직사각형 9">
              <a:extLst>
                <a:ext uri="{FF2B5EF4-FFF2-40B4-BE49-F238E27FC236}">
                  <a16:creationId xmlns:a16="http://schemas.microsoft.com/office/drawing/2014/main" id="{EC3EB158-C8B2-A56B-AF21-B2C5B3806770}"/>
                </a:ext>
              </a:extLst>
            </p:cNvPr>
            <p:cNvSpPr/>
            <p:nvPr/>
          </p:nvSpPr>
          <p:spPr>
            <a:xfrm>
              <a:off x="396692" y="983246"/>
              <a:ext cx="45719" cy="198000"/>
            </a:xfrm>
            <a:prstGeom prst="rect">
              <a:avLst/>
            </a:prstGeom>
            <a:solidFill>
              <a:schemeClr val="tx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</p:grp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80A8B6D2-E350-E735-785B-A58BA16D8079}"/>
              </a:ext>
            </a:extLst>
          </p:cNvPr>
          <p:cNvGraphicFramePr>
            <a:graphicFrameLocks noGrp="1"/>
          </p:cNvGraphicFramePr>
          <p:nvPr/>
        </p:nvGraphicFramePr>
        <p:xfrm>
          <a:off x="501833" y="4036296"/>
          <a:ext cx="8245476" cy="247861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8492">
                  <a:extLst>
                    <a:ext uri="{9D8B030D-6E8A-4147-A177-3AD203B41FA5}">
                      <a16:colId xmlns:a16="http://schemas.microsoft.com/office/drawing/2014/main" val="975740168"/>
                    </a:ext>
                  </a:extLst>
                </a:gridCol>
                <a:gridCol w="2748492">
                  <a:extLst>
                    <a:ext uri="{9D8B030D-6E8A-4147-A177-3AD203B41FA5}">
                      <a16:colId xmlns:a16="http://schemas.microsoft.com/office/drawing/2014/main" val="3456620239"/>
                    </a:ext>
                  </a:extLst>
                </a:gridCol>
                <a:gridCol w="2748492">
                  <a:extLst>
                    <a:ext uri="{9D8B030D-6E8A-4147-A177-3AD203B41FA5}">
                      <a16:colId xmlns:a16="http://schemas.microsoft.com/office/drawing/2014/main" val="246968840"/>
                    </a:ext>
                  </a:extLst>
                </a:gridCol>
              </a:tblGrid>
              <a:tr h="340011">
                <a:tc>
                  <a:txBody>
                    <a:bodyPr/>
                    <a:lstStyle/>
                    <a:p>
                      <a:pPr algn="ctr" latinLnBrk="1"/>
                      <a:endParaRPr lang="en-US" altLang="ko-KR" sz="1200" b="0" dirty="0">
                        <a:solidFill>
                          <a:schemeClr val="tx2"/>
                        </a:solidFill>
                        <a:latin typeface="나눔스퀘어 네오 OTF ExtraBold" panose="00000900000000000000" pitchFamily="50" charset="-127"/>
                        <a:ea typeface="나눔스퀘어 네오 OTF ExtraBold" panose="00000900000000000000" pitchFamily="50" charset="-127"/>
                      </a:endParaRPr>
                    </a:p>
                  </a:txBody>
                  <a:tcPr marT="36000" marB="36000" anchor="ctr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 dirty="0">
                          <a:solidFill>
                            <a:schemeClr val="tx2"/>
                          </a:solidFill>
                          <a:latin typeface="나눔스퀘어 네오 OTF ExtraBold" panose="00000900000000000000" pitchFamily="50" charset="-127"/>
                          <a:ea typeface="나눔스퀘어 네오 OTF ExtraBold" panose="00000900000000000000" pitchFamily="50" charset="-127"/>
                        </a:rPr>
                        <a:t>VS Code</a:t>
                      </a:r>
                    </a:p>
                  </a:txBody>
                  <a:tcPr marT="36000" marB="36000" anchor="ctr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 dirty="0" err="1">
                          <a:solidFill>
                            <a:schemeClr val="tx2"/>
                          </a:solidFill>
                          <a:latin typeface="나눔스퀘어 네오 OTF ExtraBold" panose="00000900000000000000" pitchFamily="50" charset="-127"/>
                          <a:ea typeface="나눔스퀘어 네오 OTF ExtraBold" panose="00000900000000000000" pitchFamily="50" charset="-127"/>
                        </a:rPr>
                        <a:t>RustRover</a:t>
                      </a:r>
                      <a:endParaRPr lang="en-US" altLang="ko-KR" sz="1200" b="0" dirty="0">
                        <a:solidFill>
                          <a:schemeClr val="tx2"/>
                        </a:solidFill>
                        <a:latin typeface="나눔스퀘어 네오 OTF ExtraBold" panose="00000900000000000000" pitchFamily="50" charset="-127"/>
                        <a:ea typeface="나눔스퀘어 네오 OTF ExtraBold" panose="00000900000000000000" pitchFamily="50" charset="-127"/>
                      </a:endParaRPr>
                    </a:p>
                  </a:txBody>
                  <a:tcPr marT="36000" marB="36000" anchor="ctr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7552748"/>
                  </a:ext>
                </a:extLst>
              </a:tr>
              <a:tr h="449647">
                <a:tc>
                  <a:txBody>
                    <a:bodyPr/>
                    <a:lstStyle/>
                    <a:p>
                      <a:pPr marL="0" indent="0" algn="ctr" latinLnBrk="1">
                        <a:buFontTx/>
                        <a:buNone/>
                      </a:pPr>
                      <a:r>
                        <a:rPr lang="ko-KR" altLang="en-US" sz="1050" dirty="0" err="1"/>
                        <a:t>리팩토링</a:t>
                      </a:r>
                      <a:endParaRPr lang="ko-KR" altLang="en-US" sz="1050" dirty="0"/>
                    </a:p>
                  </a:txBody>
                  <a:tcPr marL="180000" marR="252000" marT="36000" marB="36000" anchor="ctr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latinLnBrk="1">
                        <a:buFontTx/>
                        <a:buNone/>
                      </a:pPr>
                      <a:r>
                        <a:rPr lang="en-US" altLang="ko-KR" sz="1100" dirty="0">
                          <a:latin typeface="나눔스퀘어 네오 OTF Regular" panose="00000500000000000000" pitchFamily="50" charset="-127"/>
                          <a:ea typeface="나눔스퀘어 네오 OTF Regular" panose="00000500000000000000" pitchFamily="50" charset="-127"/>
                        </a:rPr>
                        <a:t>O</a:t>
                      </a:r>
                    </a:p>
                    <a:p>
                      <a:pPr marL="0" indent="0" algn="ctr" latinLnBrk="1">
                        <a:buFontTx/>
                        <a:buNone/>
                      </a:pPr>
                      <a:r>
                        <a:rPr lang="en-US" altLang="ko-KR" sz="1100" dirty="0">
                          <a:latin typeface="나눔스퀘어 네오 OTF Regular" panose="00000500000000000000" pitchFamily="50" charset="-127"/>
                          <a:ea typeface="나눔스퀘어 네오 OTF Regular" panose="00000500000000000000" pitchFamily="50" charset="-127"/>
                        </a:rPr>
                        <a:t>(</a:t>
                      </a:r>
                      <a:r>
                        <a:rPr lang="ko-KR" altLang="en-US" sz="1100" dirty="0">
                          <a:latin typeface="나눔스퀘어 네오 OTF Regular" panose="00000500000000000000" pitchFamily="50" charset="-127"/>
                          <a:ea typeface="나눔스퀘어 네오 OTF Regular" panose="00000500000000000000" pitchFamily="50" charset="-127"/>
                        </a:rPr>
                        <a:t>자동 </a:t>
                      </a:r>
                      <a:r>
                        <a:rPr lang="ko-KR" altLang="en-US" sz="1100" dirty="0" err="1">
                          <a:latin typeface="나눔스퀘어 네오 OTF Regular" panose="00000500000000000000" pitchFamily="50" charset="-127"/>
                          <a:ea typeface="나눔스퀘어 네오 OTF Regular" panose="00000500000000000000" pitchFamily="50" charset="-127"/>
                        </a:rPr>
                        <a:t>리팩토링</a:t>
                      </a:r>
                      <a:r>
                        <a:rPr lang="ko-KR" altLang="en-US" sz="1100" dirty="0">
                          <a:latin typeface="나눔스퀘어 네오 OTF Regular" panose="00000500000000000000" pitchFamily="50" charset="-127"/>
                          <a:ea typeface="나눔스퀘어 네오 OTF Regular" panose="00000500000000000000" pitchFamily="50" charset="-127"/>
                        </a:rPr>
                        <a:t> 일부만 가능</a:t>
                      </a:r>
                      <a:r>
                        <a:rPr lang="en-US" altLang="ko-KR" sz="1100" dirty="0">
                          <a:latin typeface="나눔스퀘어 네오 OTF Regular" panose="00000500000000000000" pitchFamily="50" charset="-127"/>
                          <a:ea typeface="나눔스퀘어 네오 OTF Regular" panose="00000500000000000000" pitchFamily="50" charset="-127"/>
                        </a:rPr>
                        <a:t>)</a:t>
                      </a:r>
                      <a:endParaRPr lang="ko-KR" altLang="en-US" sz="1100" dirty="0">
                        <a:latin typeface="나눔스퀘어 네오 OTF Regular" panose="00000500000000000000" pitchFamily="50" charset="-127"/>
                        <a:ea typeface="나눔스퀘어 네오 OTF Regular" panose="00000500000000000000" pitchFamily="50" charset="-127"/>
                      </a:endParaRPr>
                    </a:p>
                  </a:txBody>
                  <a:tcPr marL="180000" marR="252000" marT="36000" marB="36000" anchor="ctr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latinLnBrk="1">
                        <a:buFontTx/>
                        <a:buNone/>
                      </a:pPr>
                      <a:r>
                        <a:rPr lang="en-US" altLang="ko-KR" sz="1100" dirty="0">
                          <a:latin typeface="나눔스퀘어 네오 OTF Regular" panose="00000500000000000000" pitchFamily="50" charset="-127"/>
                          <a:ea typeface="나눔스퀘어 네오 OTF Regular" panose="00000500000000000000" pitchFamily="50" charset="-127"/>
                        </a:rPr>
                        <a:t>O</a:t>
                      </a:r>
                      <a:endParaRPr lang="ko-KR" altLang="en-US" sz="1100" dirty="0">
                        <a:latin typeface="나눔스퀘어 네오 OTF Regular" panose="00000500000000000000" pitchFamily="50" charset="-127"/>
                        <a:ea typeface="나눔스퀘어 네오 OTF Regular" panose="00000500000000000000" pitchFamily="50" charset="-127"/>
                      </a:endParaRPr>
                    </a:p>
                  </a:txBody>
                  <a:tcPr marL="180000" marR="252000" marT="36000" marB="36000" anchor="ctr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81579450"/>
                  </a:ext>
                </a:extLst>
              </a:tr>
              <a:tr h="449647">
                <a:tc>
                  <a:txBody>
                    <a:bodyPr/>
                    <a:lstStyle/>
                    <a:p>
                      <a:pPr marL="0" indent="0" algn="ctr" latinLnBrk="1">
                        <a:buFontTx/>
                        <a:buNone/>
                      </a:pPr>
                      <a:r>
                        <a:rPr lang="ko-KR" altLang="en-US" sz="1050" dirty="0" err="1"/>
                        <a:t>디버거</a:t>
                      </a:r>
                      <a:r>
                        <a:rPr lang="ko-KR" altLang="en-US" sz="1050" dirty="0"/>
                        <a:t> 지원</a:t>
                      </a:r>
                    </a:p>
                  </a:txBody>
                  <a:tcPr marL="180000" marR="252000" marT="36000" marB="36000" anchor="ctr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latinLnBrk="1">
                        <a:buFontTx/>
                        <a:buNone/>
                      </a:pPr>
                      <a:r>
                        <a:rPr lang="en-US" altLang="ko-KR" sz="1100" dirty="0">
                          <a:latin typeface="나눔스퀘어 네오 OTF Regular" panose="00000500000000000000" pitchFamily="50" charset="-127"/>
                          <a:ea typeface="나눔스퀘어 네오 OTF Regular" panose="00000500000000000000" pitchFamily="50" charset="-127"/>
                        </a:rPr>
                        <a:t>O </a:t>
                      </a:r>
                    </a:p>
                    <a:p>
                      <a:pPr marL="0" indent="0" algn="ctr" latinLnBrk="1">
                        <a:buFontTx/>
                        <a:buNone/>
                      </a:pPr>
                      <a:r>
                        <a:rPr lang="en-US" altLang="ko-KR" sz="1100" dirty="0">
                          <a:latin typeface="나눔스퀘어 네오 OTF Regular" panose="00000500000000000000" pitchFamily="50" charset="-127"/>
                          <a:ea typeface="나눔스퀘어 네오 OTF Regular" panose="00000500000000000000" pitchFamily="50" charset="-127"/>
                        </a:rPr>
                        <a:t>(</a:t>
                      </a:r>
                      <a:r>
                        <a:rPr lang="en-US" altLang="ko-KR" sz="1100" dirty="0" err="1">
                          <a:latin typeface="나눔스퀘어 네오 OTF Regular" panose="00000500000000000000" pitchFamily="50" charset="-127"/>
                          <a:ea typeface="나눔스퀘어 네오 OTF Regular" panose="00000500000000000000" pitchFamily="50" charset="-127"/>
                        </a:rPr>
                        <a:t>CodeLLDB</a:t>
                      </a:r>
                      <a:r>
                        <a:rPr lang="ko-KR" altLang="en-US" sz="1100" dirty="0">
                          <a:latin typeface="나눔스퀘어 네오 OTF Regular" panose="00000500000000000000" pitchFamily="50" charset="-127"/>
                          <a:ea typeface="나눔스퀘어 네오 OTF Regular" panose="00000500000000000000" pitchFamily="50" charset="-127"/>
                        </a:rPr>
                        <a:t> 추가 설치 필요</a:t>
                      </a:r>
                      <a:r>
                        <a:rPr lang="en-US" altLang="ko-KR" sz="1100" dirty="0">
                          <a:latin typeface="나눔스퀘어 네오 OTF Regular" panose="00000500000000000000" pitchFamily="50" charset="-127"/>
                          <a:ea typeface="나눔스퀘어 네오 OTF Regular" panose="00000500000000000000" pitchFamily="50" charset="-127"/>
                        </a:rPr>
                        <a:t>)</a:t>
                      </a:r>
                      <a:endParaRPr lang="ko-KR" altLang="en-US" sz="1100" dirty="0">
                        <a:latin typeface="나눔스퀘어 네오 OTF Regular" panose="00000500000000000000" pitchFamily="50" charset="-127"/>
                        <a:ea typeface="나눔스퀘어 네오 OTF Regular" panose="00000500000000000000" pitchFamily="50" charset="-127"/>
                      </a:endParaRPr>
                    </a:p>
                  </a:txBody>
                  <a:tcPr marL="180000" marR="252000" marT="36000" marB="36000" anchor="ctr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latinLnBrk="1">
                        <a:buFontTx/>
                        <a:buNone/>
                      </a:pPr>
                      <a:r>
                        <a:rPr lang="en-US" altLang="ko-KR" sz="1100" dirty="0">
                          <a:latin typeface="나눔스퀘어 네오 OTF Regular" panose="00000500000000000000" pitchFamily="50" charset="-127"/>
                          <a:ea typeface="나눔스퀘어 네오 OTF Regular" panose="00000500000000000000" pitchFamily="50" charset="-127"/>
                        </a:rPr>
                        <a:t>O</a:t>
                      </a:r>
                    </a:p>
                    <a:p>
                      <a:pPr marL="0" indent="0" algn="ctr" latinLnBrk="1">
                        <a:buFontTx/>
                        <a:buNone/>
                      </a:pPr>
                      <a:r>
                        <a:rPr lang="en-US" altLang="ko-KR" sz="1100" dirty="0">
                          <a:latin typeface="나눔스퀘어 네오 OTF Regular" panose="00000500000000000000" pitchFamily="50" charset="-127"/>
                          <a:ea typeface="나눔스퀘어 네오 OTF Regular" panose="00000500000000000000" pitchFamily="50" charset="-127"/>
                        </a:rPr>
                        <a:t>(LLDB, GDB)</a:t>
                      </a:r>
                      <a:endParaRPr lang="ko-KR" altLang="en-US" sz="1100" dirty="0">
                        <a:latin typeface="나눔스퀘어 네오 OTF Regular" panose="00000500000000000000" pitchFamily="50" charset="-127"/>
                        <a:ea typeface="나눔스퀘어 네오 OTF Regular" panose="00000500000000000000" pitchFamily="50" charset="-127"/>
                      </a:endParaRPr>
                    </a:p>
                  </a:txBody>
                  <a:tcPr marL="180000" marR="252000" marT="36000" marB="36000" anchor="ctr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58846811"/>
                  </a:ext>
                </a:extLst>
              </a:tr>
              <a:tr h="340011">
                <a:tc>
                  <a:txBody>
                    <a:bodyPr/>
                    <a:lstStyle/>
                    <a:p>
                      <a:pPr marL="0" indent="0" algn="ctr" latinLnBrk="1">
                        <a:buFontTx/>
                        <a:buNone/>
                      </a:pPr>
                      <a:r>
                        <a:rPr lang="ko-KR" altLang="en-US" sz="1050" dirty="0"/>
                        <a:t>테스트 단위 조절</a:t>
                      </a:r>
                    </a:p>
                  </a:txBody>
                  <a:tcPr marL="180000" marR="252000" marT="36000" marB="36000" anchor="ctr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latinLnBrk="1">
                        <a:buFontTx/>
                        <a:buNone/>
                      </a:pPr>
                      <a:r>
                        <a:rPr lang="en-US" altLang="ko-KR" sz="1100" dirty="0">
                          <a:latin typeface="나눔스퀘어 네오 OTF Regular" panose="00000500000000000000" pitchFamily="50" charset="-127"/>
                          <a:ea typeface="나눔스퀘어 네오 OTF Regular" panose="00000500000000000000" pitchFamily="50" charset="-127"/>
                        </a:rPr>
                        <a:t>O</a:t>
                      </a:r>
                      <a:endParaRPr lang="ko-KR" altLang="en-US" sz="1100" dirty="0">
                        <a:latin typeface="나눔스퀘어 네오 OTF Regular" panose="00000500000000000000" pitchFamily="50" charset="-127"/>
                        <a:ea typeface="나눔스퀘어 네오 OTF Regular" panose="00000500000000000000" pitchFamily="50" charset="-127"/>
                      </a:endParaRPr>
                    </a:p>
                  </a:txBody>
                  <a:tcPr marL="180000" marR="252000" marT="36000" marB="36000" anchor="ctr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latinLnBrk="1">
                        <a:buFontTx/>
                        <a:buNone/>
                      </a:pPr>
                      <a:r>
                        <a:rPr lang="en-US" altLang="ko-KR" sz="1100" dirty="0">
                          <a:latin typeface="나눔스퀘어 네오 OTF Regular" panose="00000500000000000000" pitchFamily="50" charset="-127"/>
                          <a:ea typeface="나눔스퀘어 네오 OTF Regular" panose="00000500000000000000" pitchFamily="50" charset="-127"/>
                        </a:rPr>
                        <a:t>O</a:t>
                      </a:r>
                      <a:endParaRPr lang="ko-KR" altLang="en-US" sz="1100" dirty="0">
                        <a:latin typeface="나눔스퀘어 네오 OTF Regular" panose="00000500000000000000" pitchFamily="50" charset="-127"/>
                        <a:ea typeface="나눔스퀘어 네오 OTF Regular" panose="00000500000000000000" pitchFamily="50" charset="-127"/>
                      </a:endParaRPr>
                    </a:p>
                  </a:txBody>
                  <a:tcPr marL="180000" marR="252000" marT="36000" marB="36000" anchor="ctr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28132217"/>
                  </a:ext>
                </a:extLst>
              </a:tr>
              <a:tr h="4496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105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결과 시각화</a:t>
                      </a:r>
                    </a:p>
                  </a:txBody>
                  <a:tcPr marL="180000" marR="252000" marT="36000" marB="36000" anchor="ctr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스퀘어 네오 OTF Regular" panose="00000500000000000000" pitchFamily="50" charset="-127"/>
                          <a:ea typeface="나눔스퀘어 네오 OTF Regular" panose="00000500000000000000" pitchFamily="50" charset="-127"/>
                          <a:cs typeface="+mn-cs"/>
                        </a:rPr>
                        <a:t>IDE </a:t>
                      </a:r>
                      <a:r>
                        <a:rPr kumimoji="0" lang="ko-KR" alt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스퀘어 네오 OTF Regular" panose="00000500000000000000" pitchFamily="50" charset="-127"/>
                          <a:ea typeface="나눔스퀘어 네오 OTF Regular" panose="00000500000000000000" pitchFamily="50" charset="-127"/>
                          <a:cs typeface="+mn-cs"/>
                        </a:rPr>
                        <a:t>내부 시각화 제한적</a:t>
                      </a:r>
                      <a:endParaRPr kumimoji="0" lang="en-US" altLang="ko-K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나눔스퀘어 네오 OTF Regular" panose="00000500000000000000" pitchFamily="50" charset="-127"/>
                        <a:ea typeface="나눔스퀘어 네오 OTF Regular" panose="00000500000000000000" pitchFamily="50" charset="-127"/>
                        <a:cs typeface="+mn-cs"/>
                      </a:endParaRPr>
                    </a:p>
                  </a:txBody>
                  <a:tcPr marL="180000" marR="252000" marT="36000" marB="36000" anchor="ctr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스퀘어 네오 OTF Regular" panose="00000500000000000000" pitchFamily="50" charset="-127"/>
                          <a:ea typeface="나눔스퀘어 네오 OTF Regular" panose="00000500000000000000" pitchFamily="50" charset="-127"/>
                          <a:cs typeface="+mn-cs"/>
                        </a:rPr>
                        <a:t>IDE </a:t>
                      </a:r>
                      <a:r>
                        <a:rPr kumimoji="0" lang="ko-KR" alt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스퀘어 네오 OTF Regular" panose="00000500000000000000" pitchFamily="50" charset="-127"/>
                          <a:ea typeface="나눔스퀘어 네오 OTF Regular" panose="00000500000000000000" pitchFamily="50" charset="-127"/>
                          <a:cs typeface="+mn-cs"/>
                        </a:rPr>
                        <a:t>내부에서 커버리지 시각화</a:t>
                      </a:r>
                      <a:endParaRPr kumimoji="0" lang="en-US" altLang="ko-K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나눔스퀘어 네오 OTF Regular" panose="00000500000000000000" pitchFamily="50" charset="-127"/>
                        <a:ea typeface="나눔스퀘어 네오 OTF Regular" panose="00000500000000000000" pitchFamily="50" charset="-127"/>
                        <a:cs typeface="+mn-cs"/>
                      </a:endParaRPr>
                    </a:p>
                  </a:txBody>
                  <a:tcPr marL="180000" marR="252000" marT="36000" marB="36000" anchor="ctr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316446"/>
                  </a:ext>
                </a:extLst>
              </a:tr>
              <a:tr h="4496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105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커버리지 리포트 생성</a:t>
                      </a:r>
                    </a:p>
                  </a:txBody>
                  <a:tcPr marL="180000" marR="252000" marT="36000" marB="36000" anchor="ctr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스퀘어 네오 OTF Regular" panose="00000500000000000000" pitchFamily="50" charset="-127"/>
                          <a:ea typeface="나눔스퀘어 네오 OTF Regular" panose="00000500000000000000" pitchFamily="50" charset="-127"/>
                          <a:cs typeface="+mn-cs"/>
                        </a:rPr>
                        <a:t>O</a:t>
                      </a: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스퀘어 네오 OTF Regular" panose="00000500000000000000" pitchFamily="50" charset="-127"/>
                          <a:ea typeface="나눔스퀘어 네오 OTF Regular" panose="00000500000000000000" pitchFamily="50" charset="-127"/>
                          <a:cs typeface="+mn-cs"/>
                        </a:rPr>
                        <a:t>(HTML, LCOV, JSON)</a:t>
                      </a:r>
                    </a:p>
                  </a:txBody>
                  <a:tcPr marL="180000" marR="252000" marT="36000" marB="36000" anchor="ctr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스퀘어 네오 OTF Regular" panose="00000500000000000000" pitchFamily="50" charset="-127"/>
                          <a:ea typeface="나눔스퀘어 네오 OTF Regular" panose="00000500000000000000" pitchFamily="50" charset="-127"/>
                          <a:cs typeface="+mn-cs"/>
                        </a:rPr>
                        <a:t>O</a:t>
                      </a: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스퀘어 네오 OTF Regular" panose="00000500000000000000" pitchFamily="50" charset="-127"/>
                          <a:ea typeface="나눔스퀘어 네오 OTF Regular" panose="00000500000000000000" pitchFamily="50" charset="-127"/>
                          <a:cs typeface="+mn-cs"/>
                        </a:rPr>
                        <a:t>(HTML, LCOV, JSON)</a:t>
                      </a:r>
                    </a:p>
                  </a:txBody>
                  <a:tcPr marL="180000" marR="252000" marT="36000" marB="36000" anchor="ctr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58313427"/>
                  </a:ext>
                </a:extLst>
              </a:tr>
            </a:tbl>
          </a:graphicData>
        </a:graphic>
      </p:graphicFrame>
      <p:sp>
        <p:nvSpPr>
          <p:cNvPr id="14" name="TextBox 13">
            <a:extLst>
              <a:ext uri="{FF2B5EF4-FFF2-40B4-BE49-F238E27FC236}">
                <a16:creationId xmlns:a16="http://schemas.microsoft.com/office/drawing/2014/main" id="{5D5274C0-7DC7-4564-91F1-1521CB2084AB}"/>
              </a:ext>
            </a:extLst>
          </p:cNvPr>
          <p:cNvSpPr txBox="1">
            <a:spLocks noChangeAspect="1"/>
          </p:cNvSpPr>
          <p:nvPr/>
        </p:nvSpPr>
        <p:spPr>
          <a:xfrm>
            <a:off x="438662" y="1316954"/>
            <a:ext cx="8264569" cy="94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43996" lvl="1" indent="-143996">
              <a:lnSpc>
                <a:spcPct val="120000"/>
              </a:lnSpc>
              <a:spcBef>
                <a:spcPts val="600"/>
              </a:spcBef>
              <a:spcAft>
                <a:spcPts val="400"/>
              </a:spcAft>
              <a:buFont typeface="Wingdings" panose="05000000000000000000" pitchFamily="2" charset="2"/>
              <a:buChar char="§"/>
              <a:defRPr/>
            </a:pPr>
            <a:r>
              <a:rPr lang="en-US" altLang="ko-KR" sz="1200" dirty="0">
                <a:solidFill>
                  <a:prstClr val="black"/>
                </a:solidFill>
                <a:ea typeface="나눔스퀘어 네오 OTF Bold"/>
              </a:rPr>
              <a:t>cargo: Rust </a:t>
            </a:r>
            <a:r>
              <a:rPr lang="ko-KR" altLang="en-US" sz="1200" dirty="0">
                <a:solidFill>
                  <a:prstClr val="black"/>
                </a:solidFill>
                <a:ea typeface="나눔스퀘어 네오 OTF Bold"/>
              </a:rPr>
              <a:t>공식 빌드 시스템 및 패키지 매니저</a:t>
            </a:r>
            <a:endParaRPr lang="en-US" altLang="ko-KR" sz="1200" dirty="0">
              <a:solidFill>
                <a:prstClr val="black"/>
              </a:solidFill>
              <a:ea typeface="나눔스퀘어 네오 OTF Bold"/>
            </a:endParaRPr>
          </a:p>
          <a:p>
            <a:pPr marL="628650" lvl="2" indent="-171450">
              <a:lnSpc>
                <a:spcPct val="120000"/>
              </a:lnSpc>
              <a:spcBef>
                <a:spcPts val="600"/>
              </a:spcBef>
              <a:spcAft>
                <a:spcPts val="400"/>
              </a:spcAft>
              <a:buFont typeface="Arial" panose="020B0604020202020204" pitchFamily="34" charset="0"/>
              <a:buChar char="•"/>
              <a:defRPr/>
            </a:pPr>
            <a:r>
              <a:rPr lang="en-US" altLang="ko-KR" sz="1050" dirty="0">
                <a:solidFill>
                  <a:prstClr val="black"/>
                </a:solidFill>
                <a:latin typeface="나눔스퀘어 네오 OTF Regular" panose="00000500000000000000" pitchFamily="50" charset="-127"/>
                <a:ea typeface="나눔스퀘어 네오 OTF Regular" panose="00000500000000000000" pitchFamily="50" charset="-127"/>
              </a:rPr>
              <a:t>VS Code, </a:t>
            </a:r>
            <a:r>
              <a:rPr lang="en-US" altLang="ko-KR" sz="1050" dirty="0" err="1">
                <a:solidFill>
                  <a:prstClr val="black"/>
                </a:solidFill>
                <a:latin typeface="나눔스퀘어 네오 OTF Regular" panose="00000500000000000000" pitchFamily="50" charset="-127"/>
                <a:ea typeface="나눔스퀘어 네오 OTF Regular" panose="00000500000000000000" pitchFamily="50" charset="-127"/>
              </a:rPr>
              <a:t>RustRover</a:t>
            </a:r>
            <a:r>
              <a:rPr lang="ko-KR" altLang="en-US" sz="1050" dirty="0">
                <a:solidFill>
                  <a:prstClr val="black"/>
                </a:solidFill>
                <a:latin typeface="나눔스퀘어 네오 OTF Regular" panose="00000500000000000000" pitchFamily="50" charset="-127"/>
                <a:ea typeface="나눔스퀘어 네오 OTF Regular" panose="00000500000000000000" pitchFamily="50" charset="-127"/>
              </a:rPr>
              <a:t> 모두</a:t>
            </a:r>
            <a:r>
              <a:rPr lang="en-US" altLang="ko-KR" sz="1050" dirty="0">
                <a:solidFill>
                  <a:prstClr val="black"/>
                </a:solidFill>
                <a:latin typeface="나눔스퀘어 네오 OTF Regular" panose="00000500000000000000" pitchFamily="50" charset="-127"/>
                <a:ea typeface="나눔스퀘어 네오 OTF Regular" panose="00000500000000000000" pitchFamily="50" charset="-127"/>
              </a:rPr>
              <a:t> </a:t>
            </a:r>
            <a:r>
              <a:rPr lang="ko-KR" altLang="en-US" sz="1050" dirty="0">
                <a:solidFill>
                  <a:prstClr val="black"/>
                </a:solidFill>
                <a:latin typeface="나눔스퀘어 네오 OTF Regular" panose="00000500000000000000" pitchFamily="50" charset="-127"/>
                <a:ea typeface="나눔스퀘어 네오 OTF Regular" panose="00000500000000000000" pitchFamily="50" charset="-127"/>
              </a:rPr>
              <a:t>테스트 시스템을 따로 구현하지 않고 테스트 실행 시 </a:t>
            </a:r>
            <a:r>
              <a:rPr lang="en-US" altLang="ko-KR" sz="1050" dirty="0">
                <a:solidFill>
                  <a:prstClr val="black"/>
                </a:solidFill>
                <a:latin typeface="나눔스퀘어 네오 OTF Regular" panose="00000500000000000000" pitchFamily="50" charset="-127"/>
                <a:ea typeface="나눔스퀘어 네오 OTF Regular" panose="00000500000000000000" pitchFamily="50" charset="-127"/>
              </a:rPr>
              <a:t>cargo test</a:t>
            </a:r>
            <a:r>
              <a:rPr lang="ko-KR" altLang="en-US" sz="1050" dirty="0">
                <a:solidFill>
                  <a:prstClr val="black"/>
                </a:solidFill>
                <a:latin typeface="나눔스퀘어 네오 OTF Regular" panose="00000500000000000000" pitchFamily="50" charset="-127"/>
                <a:ea typeface="나눔스퀘어 네오 OTF Regular" panose="00000500000000000000" pitchFamily="50" charset="-127"/>
              </a:rPr>
              <a:t>를 실행</a:t>
            </a:r>
            <a:endParaRPr lang="en-US" altLang="ko-KR" sz="1050" dirty="0">
              <a:solidFill>
                <a:prstClr val="black"/>
              </a:solidFill>
              <a:latin typeface="나눔스퀘어 네오 OTF Regular" panose="00000500000000000000" pitchFamily="50" charset="-127"/>
              <a:ea typeface="나눔스퀘어 네오 OTF Regular" panose="00000500000000000000" pitchFamily="50" charset="-127"/>
            </a:endParaRPr>
          </a:p>
          <a:p>
            <a:pPr marL="628650" lvl="2" indent="-171450">
              <a:lnSpc>
                <a:spcPct val="120000"/>
              </a:lnSpc>
              <a:spcBef>
                <a:spcPts val="600"/>
              </a:spcBef>
              <a:spcAft>
                <a:spcPts val="400"/>
              </a:spcAft>
              <a:buFont typeface="Arial" panose="020B0604020202020204" pitchFamily="34" charset="0"/>
              <a:buChar char="•"/>
              <a:defRPr/>
            </a:pPr>
            <a:endParaRPr lang="en-US" altLang="ko-KR" sz="1050" dirty="0">
              <a:solidFill>
                <a:prstClr val="black"/>
              </a:solidFill>
              <a:latin typeface="나눔스퀘어 네오 OTF Regular" panose="00000500000000000000" pitchFamily="50" charset="-127"/>
              <a:ea typeface="나눔스퀘어 네오 OTF Regular" panose="00000500000000000000" pitchFamily="50" charset="-127"/>
            </a:endParaRPr>
          </a:p>
        </p:txBody>
      </p:sp>
      <p:sp>
        <p:nvSpPr>
          <p:cNvPr id="16" name="타원 15">
            <a:extLst>
              <a:ext uri="{FF2B5EF4-FFF2-40B4-BE49-F238E27FC236}">
                <a16:creationId xmlns:a16="http://schemas.microsoft.com/office/drawing/2014/main" id="{B805F8DE-0D1F-4978-9778-DE41C15013D9}"/>
              </a:ext>
            </a:extLst>
          </p:cNvPr>
          <p:cNvSpPr/>
          <p:nvPr/>
        </p:nvSpPr>
        <p:spPr>
          <a:xfrm>
            <a:off x="1311499" y="2064850"/>
            <a:ext cx="1270800" cy="1270800"/>
          </a:xfrm>
          <a:prstGeom prst="ellipse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accent1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marL="0" marR="0" lvl="0" indent="0" algn="ctr" defTabSz="4572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나눔스퀘어 네오 OTF Bold" panose="00000800000000000000" pitchFamily="50" charset="-127"/>
                <a:ea typeface="나눔스퀘어 네오 OTF Bold" panose="00000800000000000000" pitchFamily="50" charset="-127"/>
                <a:cs typeface="+mn-cs"/>
              </a:rPr>
              <a:t>IDE</a:t>
            </a:r>
          </a:p>
        </p:txBody>
      </p:sp>
      <p:sp>
        <p:nvSpPr>
          <p:cNvPr id="17" name="타원 16">
            <a:extLst>
              <a:ext uri="{FF2B5EF4-FFF2-40B4-BE49-F238E27FC236}">
                <a16:creationId xmlns:a16="http://schemas.microsoft.com/office/drawing/2014/main" id="{28B4C9E8-E608-4035-8BCB-E2F222F1A712}"/>
              </a:ext>
            </a:extLst>
          </p:cNvPr>
          <p:cNvSpPr/>
          <p:nvPr/>
        </p:nvSpPr>
        <p:spPr>
          <a:xfrm>
            <a:off x="3134384" y="2064850"/>
            <a:ext cx="1270800" cy="1270800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>
              <a:lnSpc>
                <a:spcPct val="110000"/>
              </a:lnSpc>
              <a:defRPr/>
            </a:pPr>
            <a:r>
              <a:rPr lang="en-US" altLang="ko-KR" sz="1400" dirty="0">
                <a:solidFill>
                  <a:prstClr val="white"/>
                </a:solidFill>
                <a:latin typeface="나눔스퀘어 네오 OTF Bold" panose="00000800000000000000" pitchFamily="50" charset="-127"/>
                <a:ea typeface="나눔스퀘어 네오 OTF Bold" panose="00000800000000000000" pitchFamily="50" charset="-127"/>
              </a:rPr>
              <a:t>cargo test</a:t>
            </a:r>
          </a:p>
        </p:txBody>
      </p:sp>
      <p:sp>
        <p:nvSpPr>
          <p:cNvPr id="18" name="타원 17">
            <a:extLst>
              <a:ext uri="{FF2B5EF4-FFF2-40B4-BE49-F238E27FC236}">
                <a16:creationId xmlns:a16="http://schemas.microsoft.com/office/drawing/2014/main" id="{1899922E-2645-4935-9E62-E762EE12FBAF}"/>
              </a:ext>
            </a:extLst>
          </p:cNvPr>
          <p:cNvSpPr/>
          <p:nvPr/>
        </p:nvSpPr>
        <p:spPr>
          <a:xfrm>
            <a:off x="4957269" y="2064850"/>
            <a:ext cx="1270800" cy="1270800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>
              <a:lnSpc>
                <a:spcPct val="110000"/>
              </a:lnSpc>
              <a:defRPr/>
            </a:pPr>
            <a:r>
              <a:rPr lang="en-US" altLang="ko-KR" sz="1400" dirty="0" err="1">
                <a:solidFill>
                  <a:prstClr val="white"/>
                </a:solidFill>
                <a:latin typeface="나눔스퀘어 네오 OTF Bold" panose="00000800000000000000" pitchFamily="50" charset="-127"/>
                <a:ea typeface="나눔스퀘어 네오 OTF Bold" panose="00000800000000000000" pitchFamily="50" charset="-127"/>
              </a:rPr>
              <a:t>libtest</a:t>
            </a:r>
            <a:endParaRPr lang="en-US" altLang="ko-KR" sz="1400" dirty="0">
              <a:solidFill>
                <a:prstClr val="white"/>
              </a:solidFill>
              <a:latin typeface="나눔스퀘어 네오 OTF Bold" panose="00000800000000000000" pitchFamily="50" charset="-127"/>
              <a:ea typeface="나눔스퀘어 네오 OTF Bold" panose="00000800000000000000" pitchFamily="50" charset="-127"/>
            </a:endParaRPr>
          </a:p>
          <a:p>
            <a:pPr algn="ctr">
              <a:lnSpc>
                <a:spcPct val="110000"/>
              </a:lnSpc>
              <a:defRPr/>
            </a:pPr>
            <a:r>
              <a:rPr lang="en-US" altLang="ko-KR" sz="1000" dirty="0">
                <a:solidFill>
                  <a:prstClr val="white"/>
                </a:solidFill>
                <a:latin typeface="나눔스퀘어 네오 OTF Bold" panose="00000800000000000000" pitchFamily="50" charset="-127"/>
                <a:ea typeface="나눔스퀘어 네오 OTF Bold" panose="00000800000000000000" pitchFamily="50" charset="-127"/>
              </a:rPr>
              <a:t>(</a:t>
            </a:r>
            <a:r>
              <a:rPr lang="ko-KR" altLang="en-US" sz="1000" dirty="0">
                <a:solidFill>
                  <a:prstClr val="white"/>
                </a:solidFill>
                <a:latin typeface="나눔스퀘어 네오 OTF Bold" panose="00000800000000000000" pitchFamily="50" charset="-127"/>
                <a:ea typeface="나눔스퀘어 네오 OTF Bold" panose="00000800000000000000" pitchFamily="50" charset="-127"/>
              </a:rPr>
              <a:t>테스트 러너</a:t>
            </a:r>
            <a:r>
              <a:rPr lang="en-US" altLang="ko-KR" sz="1000" dirty="0">
                <a:solidFill>
                  <a:prstClr val="white"/>
                </a:solidFill>
                <a:latin typeface="나눔스퀘어 네오 OTF Bold" panose="00000800000000000000" pitchFamily="50" charset="-127"/>
                <a:ea typeface="나눔스퀘어 네오 OTF Bold" panose="00000800000000000000" pitchFamily="50" charset="-127"/>
              </a:rPr>
              <a:t>)</a:t>
            </a:r>
            <a:endParaRPr lang="ko-KR" altLang="en-US" sz="1000" dirty="0">
              <a:solidFill>
                <a:prstClr val="white"/>
              </a:solidFill>
              <a:latin typeface="나눔스퀘어 네오 OTF Bold" panose="00000800000000000000" pitchFamily="50" charset="-127"/>
              <a:ea typeface="나눔스퀘어 네오 OTF Bold" panose="00000800000000000000" pitchFamily="50" charset="-127"/>
            </a:endParaRPr>
          </a:p>
        </p:txBody>
      </p:sp>
      <p:sp>
        <p:nvSpPr>
          <p:cNvPr id="19" name="타원 18">
            <a:extLst>
              <a:ext uri="{FF2B5EF4-FFF2-40B4-BE49-F238E27FC236}">
                <a16:creationId xmlns:a16="http://schemas.microsoft.com/office/drawing/2014/main" id="{535457A1-99C9-42BF-A7C0-B54BE58455BF}"/>
              </a:ext>
            </a:extLst>
          </p:cNvPr>
          <p:cNvSpPr/>
          <p:nvPr/>
        </p:nvSpPr>
        <p:spPr>
          <a:xfrm>
            <a:off x="6780154" y="2053920"/>
            <a:ext cx="1270800" cy="1270800"/>
          </a:xfrm>
          <a:prstGeom prst="ellipse">
            <a:avLst/>
          </a:prstGeom>
          <a:solidFill>
            <a:schemeClr val="accent1">
              <a:lumMod val="75000"/>
            </a:schemeClr>
          </a:solidFill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>
              <a:lnSpc>
                <a:spcPct val="110000"/>
              </a:lnSpc>
              <a:defRPr/>
            </a:pPr>
            <a:r>
              <a:rPr lang="ko-KR" altLang="en-US" sz="1400" dirty="0">
                <a:solidFill>
                  <a:prstClr val="white"/>
                </a:solidFill>
                <a:latin typeface="나눔스퀘어 네오 OTF Bold" panose="00000800000000000000" pitchFamily="50" charset="-127"/>
                <a:ea typeface="나눔스퀘어 네오 OTF Bold" panose="00000800000000000000" pitchFamily="50" charset="-127"/>
              </a:rPr>
              <a:t>테스트 실행</a:t>
            </a:r>
          </a:p>
        </p:txBody>
      </p:sp>
      <p:sp>
        <p:nvSpPr>
          <p:cNvPr id="31" name="화살표: 갈매기형 수장 30">
            <a:extLst>
              <a:ext uri="{FF2B5EF4-FFF2-40B4-BE49-F238E27FC236}">
                <a16:creationId xmlns:a16="http://schemas.microsoft.com/office/drawing/2014/main" id="{540755E9-4F86-4EA2-8427-332B84C52B4F}"/>
              </a:ext>
            </a:extLst>
          </p:cNvPr>
          <p:cNvSpPr/>
          <p:nvPr/>
        </p:nvSpPr>
        <p:spPr>
          <a:xfrm>
            <a:off x="2734235" y="2608729"/>
            <a:ext cx="259977" cy="236222"/>
          </a:xfrm>
          <a:prstGeom prst="chevron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accent1">
                <a:lumMod val="40000"/>
                <a:lumOff val="60000"/>
              </a:schemeClr>
            </a:solidFill>
          </a:ln>
          <a:effectLst>
            <a:softEdge rad="127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32" name="화살표: 갈매기형 수장 31">
            <a:extLst>
              <a:ext uri="{FF2B5EF4-FFF2-40B4-BE49-F238E27FC236}">
                <a16:creationId xmlns:a16="http://schemas.microsoft.com/office/drawing/2014/main" id="{258DBD65-CF43-415C-B972-9E35F163BCC4}"/>
              </a:ext>
            </a:extLst>
          </p:cNvPr>
          <p:cNvSpPr/>
          <p:nvPr/>
        </p:nvSpPr>
        <p:spPr>
          <a:xfrm>
            <a:off x="4545356" y="2608729"/>
            <a:ext cx="259977" cy="236222"/>
          </a:xfrm>
          <a:prstGeom prst="chevron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accent1">
                <a:lumMod val="60000"/>
                <a:lumOff val="40000"/>
              </a:schemeClr>
            </a:solidFill>
          </a:ln>
          <a:effectLst>
            <a:softEdge rad="127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33" name="화살표: 갈매기형 수장 32">
            <a:extLst>
              <a:ext uri="{FF2B5EF4-FFF2-40B4-BE49-F238E27FC236}">
                <a16:creationId xmlns:a16="http://schemas.microsoft.com/office/drawing/2014/main" id="{86619111-C1BD-44D6-96E2-E4AC3D083F4E}"/>
              </a:ext>
            </a:extLst>
          </p:cNvPr>
          <p:cNvSpPr/>
          <p:nvPr/>
        </p:nvSpPr>
        <p:spPr>
          <a:xfrm>
            <a:off x="6374123" y="2608729"/>
            <a:ext cx="259977" cy="236222"/>
          </a:xfrm>
          <a:prstGeom prst="chevron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accent1">
                <a:lumMod val="60000"/>
                <a:lumOff val="40000"/>
              </a:schemeClr>
            </a:solidFill>
          </a:ln>
          <a:effectLst>
            <a:softEdge rad="127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2145274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69222B5-D6F0-4947-B246-583D903174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en-US" b="1" dirty="0"/>
              <a:t>Rust</a:t>
            </a:r>
            <a:r>
              <a:rPr kumimoji="1" lang="ko-KR" altLang="en-US" b="1" dirty="0"/>
              <a:t> 언어 사용을 위한 </a:t>
            </a:r>
            <a:r>
              <a:rPr kumimoji="1" lang="en-US" altLang="ko-KR" b="1" dirty="0"/>
              <a:t>IDE </a:t>
            </a:r>
            <a:r>
              <a:rPr kumimoji="1" lang="ko-KR" altLang="en-US" b="1" dirty="0"/>
              <a:t>분석</a:t>
            </a:r>
            <a:endParaRPr kumimoji="1" lang="x-none" altLang="en-US" b="1" dirty="0"/>
          </a:p>
        </p:txBody>
      </p:sp>
      <p:sp>
        <p:nvSpPr>
          <p:cNvPr id="3" name="슬라이드 번호 개체 틀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457189" latinLnBrk="0"/>
            <a:fld id="{369BBEF4-35F7-054D-BCC4-3F145CEF9DF2}" type="slidenum">
              <a:rPr kumimoji="1" lang="x-none" altLang="en-US">
                <a:solidFill>
                  <a:prstClr val="black"/>
                </a:solidFill>
                <a:ea typeface="나눔스퀘어 네오 OTF Bold"/>
              </a:rPr>
              <a:pPr defTabSz="457189" latinLnBrk="0"/>
              <a:t>3</a:t>
            </a:fld>
            <a:endParaRPr kumimoji="1" lang="x-none" altLang="en-US">
              <a:solidFill>
                <a:prstClr val="black"/>
              </a:solidFill>
              <a:ea typeface="나눔스퀘어 네오 OTF Bold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65FA10D1-4C50-4206-B1A0-3264D7919A7C}"/>
              </a:ext>
            </a:extLst>
          </p:cNvPr>
          <p:cNvSpPr txBox="1">
            <a:spLocks noChangeAspect="1"/>
          </p:cNvSpPr>
          <p:nvPr/>
        </p:nvSpPr>
        <p:spPr>
          <a:xfrm>
            <a:off x="438666" y="912969"/>
            <a:ext cx="3025187" cy="338554"/>
          </a:xfrm>
          <a:prstGeom prst="rect">
            <a:avLst/>
          </a:prstGeom>
          <a:noFill/>
          <a:ln>
            <a:noFill/>
          </a:ln>
        </p:spPr>
        <p:txBody>
          <a:bodyPr wrap="none" rtlCol="0" anchor="ctr">
            <a:spAutoFit/>
          </a:bodyPr>
          <a:lstStyle/>
          <a:p>
            <a:pPr defTabSz="457189" latinLnBrk="0"/>
            <a:r>
              <a:rPr lang="en-US" altLang="ko-KR" sz="1600" b="1" dirty="0" err="1">
                <a:solidFill>
                  <a:schemeClr val="tx2"/>
                </a:solidFill>
                <a:latin typeface="나눔스퀘어 네오 OTF ExtraBold" panose="00000900000000000000" pitchFamily="50" charset="-127"/>
                <a:ea typeface="나눔스퀘어 네오 OTF ExtraBold" panose="00000900000000000000" pitchFamily="50" charset="-127"/>
              </a:rPr>
              <a:t>RustRover</a:t>
            </a:r>
            <a:r>
              <a:rPr lang="en-US" altLang="ko-KR" sz="1600" b="1" dirty="0">
                <a:solidFill>
                  <a:schemeClr val="tx2"/>
                </a:solidFill>
                <a:latin typeface="나눔스퀘어 네오 OTF ExtraBold" panose="00000900000000000000" pitchFamily="50" charset="-127"/>
                <a:ea typeface="나눔스퀘어 네오 OTF ExtraBold" panose="00000900000000000000" pitchFamily="50" charset="-127"/>
              </a:rPr>
              <a:t> </a:t>
            </a:r>
            <a:r>
              <a:rPr lang="ko-KR" altLang="en-US" sz="1600" b="1" dirty="0">
                <a:solidFill>
                  <a:schemeClr val="tx2"/>
                </a:solidFill>
                <a:latin typeface="나눔스퀘어 네오 OTF ExtraBold" panose="00000900000000000000" pitchFamily="50" charset="-127"/>
                <a:ea typeface="나눔스퀘어 네오 OTF ExtraBold" panose="00000900000000000000" pitchFamily="50" charset="-127"/>
              </a:rPr>
              <a:t>커버리지 측정 예시</a:t>
            </a:r>
          </a:p>
        </p:txBody>
      </p:sp>
      <p:sp>
        <p:nvSpPr>
          <p:cNvPr id="29" name="직사각형 28">
            <a:extLst>
              <a:ext uri="{FF2B5EF4-FFF2-40B4-BE49-F238E27FC236}">
                <a16:creationId xmlns:a16="http://schemas.microsoft.com/office/drawing/2014/main" id="{C1D9180C-2307-40B4-8481-754DD2423A93}"/>
              </a:ext>
            </a:extLst>
          </p:cNvPr>
          <p:cNvSpPr/>
          <p:nvPr/>
        </p:nvSpPr>
        <p:spPr>
          <a:xfrm>
            <a:off x="396695" y="983247"/>
            <a:ext cx="45719" cy="19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189" latinLnBrk="0"/>
            <a:endParaRPr lang="ko-KR" altLang="en-US" dirty="0">
              <a:solidFill>
                <a:prstClr val="black"/>
              </a:solidFill>
              <a:latin typeface="나눔스퀘어 네오 OTF Regular" panose="00000500000000000000" pitchFamily="50" charset="-127"/>
              <a:ea typeface="나눔스퀘어 네오 OTF Regular" panose="00000500000000000000" pitchFamily="50" charset="-127"/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AD5144CE-0E91-4B0E-9B2F-D422C4D6352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23180" y="1711593"/>
            <a:ext cx="6097640" cy="5002001"/>
          </a:xfrm>
          <a:prstGeom prst="rect">
            <a:avLst/>
          </a:prstGeom>
        </p:spPr>
      </p:pic>
      <p:sp>
        <p:nvSpPr>
          <p:cNvPr id="31" name="사각형: 둥근 모서리 30">
            <a:extLst>
              <a:ext uri="{FF2B5EF4-FFF2-40B4-BE49-F238E27FC236}">
                <a16:creationId xmlns:a16="http://schemas.microsoft.com/office/drawing/2014/main" id="{7A2E3DCB-5B8F-4A2B-A5AF-D2E07AAA54EB}"/>
              </a:ext>
            </a:extLst>
          </p:cNvPr>
          <p:cNvSpPr/>
          <p:nvPr/>
        </p:nvSpPr>
        <p:spPr>
          <a:xfrm>
            <a:off x="3015569" y="2367865"/>
            <a:ext cx="963648" cy="198760"/>
          </a:xfrm>
          <a:prstGeom prst="roundRect">
            <a:avLst/>
          </a:prstGeom>
          <a:noFill/>
          <a:ln w="38100"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2" name="사각형: 둥근 모서리 31">
            <a:extLst>
              <a:ext uri="{FF2B5EF4-FFF2-40B4-BE49-F238E27FC236}">
                <a16:creationId xmlns:a16="http://schemas.microsoft.com/office/drawing/2014/main" id="{BFB07262-E5A8-4D1E-AAFD-933FA54F7EC7}"/>
              </a:ext>
            </a:extLst>
          </p:cNvPr>
          <p:cNvSpPr/>
          <p:nvPr/>
        </p:nvSpPr>
        <p:spPr>
          <a:xfrm>
            <a:off x="6099843" y="2708399"/>
            <a:ext cx="1429768" cy="659113"/>
          </a:xfrm>
          <a:prstGeom prst="roundRect">
            <a:avLst/>
          </a:prstGeom>
          <a:noFill/>
          <a:ln w="38100"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3" name="사각형: 둥근 모서리 32">
            <a:extLst>
              <a:ext uri="{FF2B5EF4-FFF2-40B4-BE49-F238E27FC236}">
                <a16:creationId xmlns:a16="http://schemas.microsoft.com/office/drawing/2014/main" id="{EB76665F-9D49-4FE2-9C02-F9A4CAED1EA0}"/>
              </a:ext>
            </a:extLst>
          </p:cNvPr>
          <p:cNvSpPr/>
          <p:nvPr/>
        </p:nvSpPr>
        <p:spPr>
          <a:xfrm>
            <a:off x="4239511" y="4322787"/>
            <a:ext cx="3290099" cy="2422337"/>
          </a:xfrm>
          <a:prstGeom prst="roundRect">
            <a:avLst/>
          </a:prstGeom>
          <a:noFill/>
          <a:ln w="38100"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4" name="사각형: 둥근 모서리 33">
            <a:extLst>
              <a:ext uri="{FF2B5EF4-FFF2-40B4-BE49-F238E27FC236}">
                <a16:creationId xmlns:a16="http://schemas.microsoft.com/office/drawing/2014/main" id="{F7BC2278-6E79-493E-922A-36193F2712D6}"/>
              </a:ext>
            </a:extLst>
          </p:cNvPr>
          <p:cNvSpPr/>
          <p:nvPr/>
        </p:nvSpPr>
        <p:spPr>
          <a:xfrm>
            <a:off x="1660274" y="4322787"/>
            <a:ext cx="2426148" cy="2210440"/>
          </a:xfrm>
          <a:prstGeom prst="roundRect">
            <a:avLst/>
          </a:prstGeom>
          <a:noFill/>
          <a:ln w="38100"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화살표: 오른쪽 7">
            <a:extLst>
              <a:ext uri="{FF2B5EF4-FFF2-40B4-BE49-F238E27FC236}">
                <a16:creationId xmlns:a16="http://schemas.microsoft.com/office/drawing/2014/main" id="{FF575DDE-3D4E-4038-8A95-45F4ADFA8983}"/>
              </a:ext>
            </a:extLst>
          </p:cNvPr>
          <p:cNvSpPr/>
          <p:nvPr/>
        </p:nvSpPr>
        <p:spPr>
          <a:xfrm>
            <a:off x="1385084" y="2297968"/>
            <a:ext cx="1547302" cy="338554"/>
          </a:xfrm>
          <a:prstGeom prst="rightArrow">
            <a:avLst/>
          </a:prstGeom>
          <a:solidFill>
            <a:schemeClr val="bg1">
              <a:lumMod val="85000"/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05ADCFB-0449-4E69-BDAF-EC5930F96877}"/>
              </a:ext>
            </a:extLst>
          </p:cNvPr>
          <p:cNvSpPr txBox="1"/>
          <p:nvPr/>
        </p:nvSpPr>
        <p:spPr>
          <a:xfrm>
            <a:off x="340535" y="2221534"/>
            <a:ext cx="1044549" cy="4868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20000"/>
              </a:lnSpc>
              <a:spcAft>
                <a:spcPts val="600"/>
              </a:spcAft>
            </a:pPr>
            <a:r>
              <a:rPr lang="ko-KR" altLang="en-US" sz="1100" dirty="0">
                <a:latin typeface="나눔스퀘어 네오 OTF Regular" panose="00000500000000000000" pitchFamily="50" charset="-127"/>
                <a:ea typeface="나눔스퀘어 네오 OTF Regular" panose="00000500000000000000" pitchFamily="50" charset="-127"/>
              </a:rPr>
              <a:t>커버리지 분석 바로 실행</a:t>
            </a:r>
          </a:p>
        </p:txBody>
      </p:sp>
      <p:sp>
        <p:nvSpPr>
          <p:cNvPr id="35" name="화살표: 오른쪽 34">
            <a:extLst>
              <a:ext uri="{FF2B5EF4-FFF2-40B4-BE49-F238E27FC236}">
                <a16:creationId xmlns:a16="http://schemas.microsoft.com/office/drawing/2014/main" id="{2E6396A0-6958-422F-900D-8EA52D796745}"/>
              </a:ext>
            </a:extLst>
          </p:cNvPr>
          <p:cNvSpPr/>
          <p:nvPr/>
        </p:nvSpPr>
        <p:spPr>
          <a:xfrm>
            <a:off x="1325085" y="5333148"/>
            <a:ext cx="833650" cy="338554"/>
          </a:xfrm>
          <a:prstGeom prst="rightArrow">
            <a:avLst/>
          </a:prstGeom>
          <a:solidFill>
            <a:schemeClr val="bg1">
              <a:lumMod val="85000"/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781DE3A6-7767-4A6E-BDDD-A83EF9171BE1}"/>
              </a:ext>
            </a:extLst>
          </p:cNvPr>
          <p:cNvSpPr txBox="1"/>
          <p:nvPr/>
        </p:nvSpPr>
        <p:spPr>
          <a:xfrm>
            <a:off x="340535" y="5258992"/>
            <a:ext cx="984550" cy="4868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20000"/>
              </a:lnSpc>
              <a:spcAft>
                <a:spcPts val="600"/>
              </a:spcAft>
            </a:pPr>
            <a:r>
              <a:rPr lang="ko-KR" altLang="en-US" sz="1100" dirty="0">
                <a:latin typeface="나눔스퀘어 네오 OTF Regular" panose="00000500000000000000" pitchFamily="50" charset="-127"/>
                <a:ea typeface="나눔스퀘어 네오 OTF Regular" panose="00000500000000000000" pitchFamily="50" charset="-127"/>
              </a:rPr>
              <a:t>테스트 실행 결과 확인</a:t>
            </a:r>
            <a:endParaRPr lang="en-US" altLang="ko-KR" sz="1100" dirty="0">
              <a:latin typeface="나눔스퀘어 네오 OTF Regular" panose="00000500000000000000" pitchFamily="50" charset="-127"/>
              <a:ea typeface="나눔스퀘어 네오 OTF Regular" panose="00000500000000000000" pitchFamily="50" charset="-127"/>
            </a:endParaRP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A14FED01-1CA9-4953-A7EC-B1A62E1CAB57}"/>
              </a:ext>
            </a:extLst>
          </p:cNvPr>
          <p:cNvSpPr txBox="1"/>
          <p:nvPr/>
        </p:nvSpPr>
        <p:spPr>
          <a:xfrm>
            <a:off x="7707959" y="4797120"/>
            <a:ext cx="1044549" cy="4868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20000"/>
              </a:lnSpc>
              <a:spcAft>
                <a:spcPts val="600"/>
              </a:spcAft>
            </a:pPr>
            <a:r>
              <a:rPr lang="ko-KR" altLang="en-US" sz="1100" dirty="0">
                <a:latin typeface="나눔스퀘어 네오 OTF Regular" panose="00000500000000000000" pitchFamily="50" charset="-127"/>
                <a:ea typeface="나눔스퀘어 네오 OTF Regular" panose="00000500000000000000" pitchFamily="50" charset="-127"/>
              </a:rPr>
              <a:t>터미널 명령어 사용 가능</a:t>
            </a:r>
          </a:p>
        </p:txBody>
      </p:sp>
      <p:sp>
        <p:nvSpPr>
          <p:cNvPr id="38" name="화살표: 오른쪽 37">
            <a:extLst>
              <a:ext uri="{FF2B5EF4-FFF2-40B4-BE49-F238E27FC236}">
                <a16:creationId xmlns:a16="http://schemas.microsoft.com/office/drawing/2014/main" id="{BCE39455-880E-4867-9257-A075DA45B2FB}"/>
              </a:ext>
            </a:extLst>
          </p:cNvPr>
          <p:cNvSpPr/>
          <p:nvPr/>
        </p:nvSpPr>
        <p:spPr>
          <a:xfrm rot="10800000">
            <a:off x="7070562" y="2765153"/>
            <a:ext cx="833650" cy="338554"/>
          </a:xfrm>
          <a:prstGeom prst="rightArrow">
            <a:avLst/>
          </a:prstGeom>
          <a:solidFill>
            <a:schemeClr val="bg1">
              <a:lumMod val="85000"/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9" name="화살표: 오른쪽 38">
            <a:extLst>
              <a:ext uri="{FF2B5EF4-FFF2-40B4-BE49-F238E27FC236}">
                <a16:creationId xmlns:a16="http://schemas.microsoft.com/office/drawing/2014/main" id="{06F32575-607B-4D3A-878D-EA4ED3A8E125}"/>
              </a:ext>
            </a:extLst>
          </p:cNvPr>
          <p:cNvSpPr/>
          <p:nvPr/>
        </p:nvSpPr>
        <p:spPr>
          <a:xfrm rot="10800000">
            <a:off x="6874309" y="4871276"/>
            <a:ext cx="833650" cy="338554"/>
          </a:xfrm>
          <a:prstGeom prst="rightArrow">
            <a:avLst/>
          </a:prstGeom>
          <a:solidFill>
            <a:schemeClr val="bg1">
              <a:lumMod val="85000"/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88F6AB0D-A836-4AF3-9BEA-9DAA3F54E05D}"/>
              </a:ext>
            </a:extLst>
          </p:cNvPr>
          <p:cNvSpPr txBox="1"/>
          <p:nvPr/>
        </p:nvSpPr>
        <p:spPr>
          <a:xfrm>
            <a:off x="7904212" y="2690997"/>
            <a:ext cx="1044549" cy="4868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20000"/>
              </a:lnSpc>
              <a:spcAft>
                <a:spcPts val="600"/>
              </a:spcAft>
            </a:pPr>
            <a:r>
              <a:rPr lang="ko-KR" altLang="en-US" sz="1100" dirty="0">
                <a:latin typeface="나눔스퀘어 네오 OTF Regular" panose="00000500000000000000" pitchFamily="50" charset="-127"/>
                <a:ea typeface="나눔스퀘어 네오 OTF Regular" panose="00000500000000000000" pitchFamily="50" charset="-127"/>
              </a:rPr>
              <a:t>커버리지 결과 확인 </a:t>
            </a:r>
            <a:r>
              <a:rPr lang="en-US" altLang="ko-KR" sz="1100" dirty="0">
                <a:latin typeface="나눔스퀘어 네오 OTF Regular" panose="00000500000000000000" pitchFamily="50" charset="-127"/>
                <a:ea typeface="나눔스퀘어 네오 OTF Regular" panose="00000500000000000000" pitchFamily="50" charset="-127"/>
              </a:rPr>
              <a:t>UI </a:t>
            </a:r>
            <a:r>
              <a:rPr lang="ko-KR" altLang="en-US" sz="1100" dirty="0">
                <a:latin typeface="나눔스퀘어 네오 OTF Regular" panose="00000500000000000000" pitchFamily="50" charset="-127"/>
                <a:ea typeface="나눔스퀘어 네오 OTF Regular" panose="00000500000000000000" pitchFamily="50" charset="-127"/>
              </a:rPr>
              <a:t>제공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78E7F047-3A63-4B80-95B6-6313B987C378}"/>
              </a:ext>
            </a:extLst>
          </p:cNvPr>
          <p:cNvSpPr txBox="1">
            <a:spLocks noChangeAspect="1"/>
          </p:cNvSpPr>
          <p:nvPr/>
        </p:nvSpPr>
        <p:spPr>
          <a:xfrm>
            <a:off x="438663" y="1316950"/>
            <a:ext cx="7664813" cy="3011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44000" lvl="1" indent="-144000" defTabSz="914400" latinLnBrk="1">
              <a:lnSpc>
                <a:spcPct val="120000"/>
              </a:lnSpc>
              <a:spcBef>
                <a:spcPts val="500"/>
              </a:spcBef>
              <a:spcAft>
                <a:spcPts val="300"/>
              </a:spcAft>
              <a:buFont typeface="Wingdings" panose="05000000000000000000" pitchFamily="2" charset="2"/>
              <a:buChar char="§"/>
              <a:defRPr/>
            </a:pPr>
            <a:r>
              <a:rPr lang="en-US" altLang="ko-KR" sz="1200" dirty="0"/>
              <a:t>VS Code</a:t>
            </a:r>
            <a:r>
              <a:rPr lang="ko-KR" altLang="en-US" sz="1200" dirty="0"/>
              <a:t>에서 사용하는 터미널 명령어 기반 커버리지 측정 방식 동일하게 사용 가능 </a:t>
            </a:r>
            <a:r>
              <a:rPr lang="en-US" altLang="ko-KR" sz="1200" dirty="0"/>
              <a:t>(tarpaulin,</a:t>
            </a:r>
            <a:r>
              <a:rPr lang="ko-KR" altLang="en-US" sz="1200" dirty="0"/>
              <a:t> </a:t>
            </a:r>
            <a:r>
              <a:rPr lang="en-US" altLang="ko-KR" sz="1200" dirty="0" err="1"/>
              <a:t>llvm-cov</a:t>
            </a:r>
            <a:r>
              <a:rPr lang="ko-KR" altLang="en-US" sz="1200" dirty="0"/>
              <a:t> 등</a:t>
            </a:r>
            <a:r>
              <a:rPr lang="en-US" altLang="ko-KR" sz="1200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63385708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69222B5-D6F0-4947-B246-583D903174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ko-KR" b="1" dirty="0">
                <a:latin typeface="+mj-ea"/>
              </a:rPr>
              <a:t>VS Code </a:t>
            </a:r>
            <a:r>
              <a:rPr kumimoji="1" lang="ko-KR" altLang="en-US" b="1" dirty="0">
                <a:latin typeface="+mj-ea"/>
              </a:rPr>
              <a:t>실행 </a:t>
            </a:r>
            <a:r>
              <a:rPr kumimoji="1" lang="ko-KR" altLang="en-US" dirty="0">
                <a:latin typeface="+mj-ea"/>
              </a:rPr>
              <a:t>환경</a:t>
            </a:r>
            <a:r>
              <a:rPr kumimoji="1" lang="ko-KR" altLang="en-US" b="1" dirty="0">
                <a:latin typeface="+mj-ea"/>
              </a:rPr>
              <a:t> </a:t>
            </a:r>
            <a:r>
              <a:rPr kumimoji="1" lang="ko-KR" altLang="en-US" dirty="0">
                <a:latin typeface="+mj-ea"/>
              </a:rPr>
              <a:t>구축</a:t>
            </a:r>
            <a:endParaRPr kumimoji="1" lang="x-none" altLang="en-US" b="1" dirty="0">
              <a:latin typeface="+mj-ea"/>
            </a:endParaRPr>
          </a:p>
        </p:txBody>
      </p:sp>
      <p:sp>
        <p:nvSpPr>
          <p:cNvPr id="3" name="슬라이드 번호 개체 틀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457189" latinLnBrk="0"/>
            <a:fld id="{369BBEF4-35F7-054D-BCC4-3F145CEF9DF2}" type="slidenum">
              <a:rPr kumimoji="1" lang="x-none" altLang="en-US">
                <a:solidFill>
                  <a:prstClr val="black"/>
                </a:solidFill>
                <a:ea typeface="나눔스퀘어 네오 OTF Bold"/>
              </a:rPr>
              <a:pPr defTabSz="457189" latinLnBrk="0"/>
              <a:t>4</a:t>
            </a:fld>
            <a:endParaRPr kumimoji="1" lang="x-none" altLang="en-US">
              <a:solidFill>
                <a:prstClr val="black"/>
              </a:solidFill>
              <a:ea typeface="나눔스퀘어 네오 OTF Bold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620B1D1-88C8-C3A1-A6AC-FB40657DA5CC}"/>
              </a:ext>
            </a:extLst>
          </p:cNvPr>
          <p:cNvSpPr txBox="1">
            <a:spLocks noChangeAspect="1"/>
          </p:cNvSpPr>
          <p:nvPr/>
        </p:nvSpPr>
        <p:spPr>
          <a:xfrm>
            <a:off x="438666" y="912969"/>
            <a:ext cx="2424062" cy="338554"/>
          </a:xfrm>
          <a:prstGeom prst="rect">
            <a:avLst/>
          </a:prstGeom>
          <a:noFill/>
          <a:ln>
            <a:noFill/>
          </a:ln>
        </p:spPr>
        <p:txBody>
          <a:bodyPr wrap="none" rtlCol="0" anchor="ctr">
            <a:spAutoFit/>
          </a:bodyPr>
          <a:lstStyle/>
          <a:p>
            <a:pPr defTabSz="457189" latinLnBrk="0"/>
            <a:r>
              <a:rPr lang="en-US" altLang="ko-KR" sz="1600" b="1" dirty="0">
                <a:solidFill>
                  <a:srgbClr val="002878"/>
                </a:solidFill>
                <a:latin typeface="나눔스퀘어 네오 OTF ExtraBold" panose="00000900000000000000" pitchFamily="50" charset="-127"/>
                <a:ea typeface="나눔스퀘어 네오 OTF ExtraBold" panose="00000900000000000000" pitchFamily="50" charset="-127"/>
              </a:rPr>
              <a:t>VS Code </a:t>
            </a:r>
            <a:r>
              <a:rPr lang="ko-KR" altLang="en-US" sz="1600" b="1" dirty="0">
                <a:solidFill>
                  <a:srgbClr val="002878"/>
                </a:solidFill>
                <a:latin typeface="나눔스퀘어 네오 OTF ExtraBold" panose="00000900000000000000" pitchFamily="50" charset="-127"/>
                <a:ea typeface="나눔스퀘어 네오 OTF ExtraBold" panose="00000900000000000000" pitchFamily="50" charset="-127"/>
              </a:rPr>
              <a:t>실행 환경 구축</a:t>
            </a:r>
            <a:endParaRPr lang="ko-KR" altLang="en-US" sz="1600" b="1" dirty="0">
              <a:solidFill>
                <a:schemeClr val="tx2"/>
              </a:solidFill>
              <a:latin typeface="나눔스퀘어 네오 OTF ExtraBold" panose="00000900000000000000" pitchFamily="50" charset="-127"/>
              <a:ea typeface="나눔스퀘어 네오 OTF ExtraBold" panose="00000900000000000000" pitchFamily="50" charset="-127"/>
            </a:endParaRP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9449BDB6-062E-2CE3-F757-47E16E9475DE}"/>
              </a:ext>
            </a:extLst>
          </p:cNvPr>
          <p:cNvSpPr/>
          <p:nvPr/>
        </p:nvSpPr>
        <p:spPr>
          <a:xfrm>
            <a:off x="396695" y="983247"/>
            <a:ext cx="45719" cy="19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189" latinLnBrk="0"/>
            <a:endParaRPr lang="ko-KR" altLang="en-US" dirty="0">
              <a:solidFill>
                <a:prstClr val="black"/>
              </a:solidFill>
              <a:latin typeface="나눔스퀘어 네오 OTF Regular" panose="00000500000000000000" pitchFamily="50" charset="-127"/>
              <a:ea typeface="나눔스퀘어 네오 OTF Regular" panose="00000500000000000000" pitchFamily="50" charset="-127"/>
            </a:endParaRPr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39AFEFB1-7C21-434D-84DA-B1CECEA77FF5}"/>
              </a:ext>
            </a:extLst>
          </p:cNvPr>
          <p:cNvSpPr/>
          <p:nvPr/>
        </p:nvSpPr>
        <p:spPr>
          <a:xfrm>
            <a:off x="494612" y="2445062"/>
            <a:ext cx="8092076" cy="1116128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100" b="1" dirty="0">
                <a:solidFill>
                  <a:schemeClr val="tx1"/>
                </a:solidFill>
                <a:latin typeface="나눔스퀘어 네오 OTF Regular" panose="00000500000000000000" pitchFamily="50" charset="-127"/>
                <a:ea typeface="나눔스퀘어 네오 OTF Regular" panose="00000500000000000000" pitchFamily="50" charset="-127"/>
              </a:rPr>
              <a:t>  &gt; cargo install cargo-</a:t>
            </a:r>
            <a:r>
              <a:rPr lang="en-US" altLang="ko-KR" sz="1100" b="1" dirty="0" err="1">
                <a:solidFill>
                  <a:schemeClr val="tx1"/>
                </a:solidFill>
                <a:latin typeface="나눔스퀘어 네오 OTF Regular" panose="00000500000000000000" pitchFamily="50" charset="-127"/>
                <a:ea typeface="나눔스퀘어 네오 OTF Regular" panose="00000500000000000000" pitchFamily="50" charset="-127"/>
              </a:rPr>
              <a:t>llvm</a:t>
            </a:r>
            <a:r>
              <a:rPr lang="en-US" altLang="ko-KR" sz="1100" b="1" dirty="0">
                <a:solidFill>
                  <a:schemeClr val="tx1"/>
                </a:solidFill>
                <a:latin typeface="나눔스퀘어 네오 OTF Regular" panose="00000500000000000000" pitchFamily="50" charset="-127"/>
                <a:ea typeface="나눔스퀘어 네오 OTF Regular" panose="00000500000000000000" pitchFamily="50" charset="-127"/>
              </a:rPr>
              <a:t>-</a:t>
            </a:r>
            <a:r>
              <a:rPr lang="en-US" altLang="ko-KR" sz="1100" b="1" dirty="0" err="1">
                <a:solidFill>
                  <a:schemeClr val="tx1"/>
                </a:solidFill>
                <a:latin typeface="나눔스퀘어 네오 OTF Regular" panose="00000500000000000000" pitchFamily="50" charset="-127"/>
                <a:ea typeface="나눔스퀘어 네오 OTF Regular" panose="00000500000000000000" pitchFamily="50" charset="-127"/>
              </a:rPr>
              <a:t>cov</a:t>
            </a:r>
            <a:r>
              <a:rPr lang="en-US" altLang="ko-KR" sz="1100" b="1" dirty="0">
                <a:solidFill>
                  <a:schemeClr val="tx1"/>
                </a:solidFill>
                <a:latin typeface="나눔스퀘어 네오 OTF Regular" panose="00000500000000000000" pitchFamily="50" charset="-127"/>
                <a:ea typeface="나눔스퀘어 네오 OTF Regular" panose="00000500000000000000" pitchFamily="50" charset="-127"/>
              </a:rPr>
              <a:t>		//</a:t>
            </a:r>
            <a:r>
              <a:rPr lang="ko-KR" altLang="en-US" sz="1100" b="1" dirty="0">
                <a:solidFill>
                  <a:schemeClr val="tx1"/>
                </a:solidFill>
                <a:latin typeface="나눔스퀘어 네오 OTF Regular" panose="00000500000000000000" pitchFamily="50" charset="-127"/>
                <a:ea typeface="나눔스퀘어 네오 OTF Regular" panose="00000500000000000000" pitchFamily="50" charset="-127"/>
              </a:rPr>
              <a:t>설치</a:t>
            </a:r>
            <a:endParaRPr lang="en-US" altLang="ko-KR" sz="1100" b="1" dirty="0">
              <a:solidFill>
                <a:schemeClr val="tx1"/>
              </a:solidFill>
              <a:latin typeface="나눔스퀘어 네오 OTF Regular" panose="00000500000000000000" pitchFamily="50" charset="-127"/>
              <a:ea typeface="나눔스퀘어 네오 OTF Regular" panose="00000500000000000000" pitchFamily="50" charset="-127"/>
            </a:endParaRPr>
          </a:p>
          <a:p>
            <a:endParaRPr lang="en-US" altLang="ko-KR" sz="1100" b="1" dirty="0">
              <a:solidFill>
                <a:schemeClr val="tx1"/>
              </a:solidFill>
              <a:latin typeface="나눔스퀘어 네오 OTF Regular" panose="00000500000000000000" pitchFamily="50" charset="-127"/>
              <a:ea typeface="나눔스퀘어 네오 OTF Regular" panose="00000500000000000000" pitchFamily="50" charset="-127"/>
            </a:endParaRPr>
          </a:p>
          <a:p>
            <a:r>
              <a:rPr lang="en-US" altLang="ko-KR" sz="1100" b="1" dirty="0">
                <a:solidFill>
                  <a:schemeClr val="tx1"/>
                </a:solidFill>
                <a:latin typeface="나눔스퀘어 네오 OTF Regular" panose="00000500000000000000" pitchFamily="50" charset="-127"/>
                <a:ea typeface="나눔스퀘어 네오 OTF Regular" panose="00000500000000000000" pitchFamily="50" charset="-127"/>
              </a:rPr>
              <a:t>  &gt; cargo </a:t>
            </a:r>
            <a:r>
              <a:rPr lang="en-US" altLang="ko-KR" sz="1100" b="1" dirty="0" err="1">
                <a:solidFill>
                  <a:schemeClr val="tx1"/>
                </a:solidFill>
                <a:latin typeface="나눔스퀘어 네오 OTF Regular" panose="00000500000000000000" pitchFamily="50" charset="-127"/>
                <a:ea typeface="나눔스퀘어 네오 OTF Regular" panose="00000500000000000000" pitchFamily="50" charset="-127"/>
              </a:rPr>
              <a:t>llvm-cov</a:t>
            </a:r>
            <a:r>
              <a:rPr lang="en-US" altLang="ko-KR" sz="1100" b="1" dirty="0">
                <a:solidFill>
                  <a:schemeClr val="tx1"/>
                </a:solidFill>
                <a:latin typeface="나눔스퀘어 네오 OTF Regular" panose="00000500000000000000" pitchFamily="50" charset="-127"/>
                <a:ea typeface="나눔스퀘어 네오 OTF Regular" panose="00000500000000000000" pitchFamily="50" charset="-127"/>
              </a:rPr>
              <a:t> --version		//</a:t>
            </a:r>
            <a:r>
              <a:rPr lang="ko-KR" altLang="en-US" sz="1100" b="1" dirty="0">
                <a:solidFill>
                  <a:schemeClr val="tx1"/>
                </a:solidFill>
                <a:latin typeface="나눔스퀘어 네오 OTF Regular" panose="00000500000000000000" pitchFamily="50" charset="-127"/>
                <a:ea typeface="나눔스퀘어 네오 OTF Regular" panose="00000500000000000000" pitchFamily="50" charset="-127"/>
              </a:rPr>
              <a:t>설치 완료 후 버전 확인</a:t>
            </a:r>
            <a:endParaRPr lang="en-US" altLang="ko-KR" sz="1100" b="1" dirty="0">
              <a:solidFill>
                <a:schemeClr val="tx1"/>
              </a:solidFill>
              <a:latin typeface="나눔스퀘어 네오 OTF Regular" panose="00000500000000000000" pitchFamily="50" charset="-127"/>
              <a:ea typeface="나눔스퀘어 네오 OTF Regular" panose="00000500000000000000" pitchFamily="50" charset="-127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B7D15AFF-EB0D-4E94-9435-6A99592DACAC}"/>
              </a:ext>
            </a:extLst>
          </p:cNvPr>
          <p:cNvSpPr txBox="1">
            <a:spLocks noChangeAspect="1"/>
          </p:cNvSpPr>
          <p:nvPr/>
        </p:nvSpPr>
        <p:spPr>
          <a:xfrm>
            <a:off x="494613" y="4196545"/>
            <a:ext cx="4639322" cy="2630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7993" lvl="2" indent="-107997" algn="ctr">
              <a:lnSpc>
                <a:spcPct val="110000"/>
              </a:lnSpc>
              <a:spcBef>
                <a:spcPts val="500"/>
              </a:spcBef>
              <a:spcAft>
                <a:spcPts val="300"/>
              </a:spcAft>
              <a:buFont typeface="Arial" panose="020B0604020202020204" pitchFamily="34" charset="0"/>
              <a:buChar char="•"/>
              <a:tabLst>
                <a:tab pos="447663" algn="l"/>
              </a:tabLst>
              <a:defRPr/>
            </a:pPr>
            <a:r>
              <a:rPr lang="ko-KR" altLang="en-US" sz="1051" dirty="0">
                <a:solidFill>
                  <a:prstClr val="black"/>
                </a:solidFill>
                <a:latin typeface="나눔스퀘어 네오 OTF Regular" panose="00000500000000000000" pitchFamily="50" charset="-127"/>
                <a:ea typeface="나눔스퀘어 네오 OTF Regular" panose="00000500000000000000" pitchFamily="50" charset="-127"/>
              </a:rPr>
              <a:t>위와 같이 버전 정보가 출력되면 설치 성공</a:t>
            </a:r>
            <a:endParaRPr lang="en-US" altLang="ko-KR" sz="1051" dirty="0">
              <a:solidFill>
                <a:prstClr val="black"/>
              </a:solidFill>
              <a:latin typeface="나눔스퀘어 네오 OTF Regular" panose="00000500000000000000" pitchFamily="50" charset="-127"/>
              <a:ea typeface="나눔스퀘어 네오 OTF Regular" panose="00000500000000000000" pitchFamily="50" charset="-127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62045CD-D848-4A14-A567-96AFC3A13740}"/>
              </a:ext>
            </a:extLst>
          </p:cNvPr>
          <p:cNvSpPr txBox="1">
            <a:spLocks noChangeAspect="1"/>
          </p:cNvSpPr>
          <p:nvPr/>
        </p:nvSpPr>
        <p:spPr>
          <a:xfrm>
            <a:off x="438662" y="1316954"/>
            <a:ext cx="6392444" cy="60010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lvl="1">
              <a:lnSpc>
                <a:spcPct val="120000"/>
              </a:lnSpc>
              <a:spcBef>
                <a:spcPts val="600"/>
              </a:spcBef>
              <a:spcAft>
                <a:spcPts val="400"/>
              </a:spcAft>
              <a:defRPr/>
            </a:pPr>
            <a:r>
              <a:rPr lang="en-US" altLang="ko-KR" sz="1200" b="1" dirty="0">
                <a:solidFill>
                  <a:prstClr val="black"/>
                </a:solidFill>
                <a:ea typeface="나눔스퀘어 네오 OTF Bold"/>
              </a:rPr>
              <a:t>5. Cargo </a:t>
            </a:r>
            <a:r>
              <a:rPr lang="ko-KR" altLang="en-US" sz="1200" b="1" dirty="0">
                <a:solidFill>
                  <a:prstClr val="black"/>
                </a:solidFill>
                <a:ea typeface="나눔스퀘어 네오 OTF Bold"/>
              </a:rPr>
              <a:t>기반 커버리지 측정 도구 설치</a:t>
            </a:r>
            <a:endParaRPr lang="en-US" altLang="ko-KR" sz="1200" b="1" dirty="0">
              <a:solidFill>
                <a:prstClr val="black"/>
              </a:solidFill>
              <a:ea typeface="나눔스퀘어 네오 OTF Bold"/>
            </a:endParaRPr>
          </a:p>
          <a:p>
            <a:pPr marL="287993" marR="0" lvl="2" indent="-107997" algn="l" defTabSz="914400" rtl="0" eaLnBrk="1" fontAlgn="auto" latinLnBrk="1" hangingPunct="1">
              <a:lnSpc>
                <a:spcPct val="110000"/>
              </a:lnSpc>
              <a:spcBef>
                <a:spcPts val="500"/>
              </a:spcBef>
              <a:spcAft>
                <a:spcPts val="300"/>
              </a:spcAft>
              <a:buClrTx/>
              <a:buSzTx/>
              <a:buFont typeface="Arial" panose="020B0604020202020204" pitchFamily="34" charset="0"/>
              <a:buChar char="•"/>
              <a:tabLst>
                <a:tab pos="447663" algn="l"/>
              </a:tabLst>
              <a:defRPr/>
            </a:pPr>
            <a:r>
              <a:rPr lang="en-US" altLang="ko-KR" sz="1051" dirty="0">
                <a:solidFill>
                  <a:prstClr val="black"/>
                </a:solidFill>
                <a:latin typeface="나눔스퀘어 네오 OTF Regular" panose="00000500000000000000" pitchFamily="50" charset="-127"/>
                <a:ea typeface="나눔스퀘어 네오 OTF Regular" panose="00000500000000000000" pitchFamily="50" charset="-127"/>
              </a:rPr>
              <a:t>VS Code </a:t>
            </a:r>
            <a:r>
              <a:rPr lang="ko-KR" altLang="en-US" sz="1051" dirty="0">
                <a:solidFill>
                  <a:prstClr val="black"/>
                </a:solidFill>
                <a:latin typeface="나눔스퀘어 네오 OTF Regular" panose="00000500000000000000" pitchFamily="50" charset="-127"/>
                <a:ea typeface="나눔스퀘어 네오 OTF Regular" panose="00000500000000000000" pitchFamily="50" charset="-127"/>
              </a:rPr>
              <a:t>실행 </a:t>
            </a:r>
            <a:r>
              <a:rPr lang="en-US" altLang="ko-KR" sz="1051" dirty="0">
                <a:solidFill>
                  <a:prstClr val="black"/>
                </a:solidFill>
                <a:latin typeface="나눔스퀘어 네오 OTF Regular" panose="00000500000000000000" pitchFamily="50" charset="-127"/>
                <a:ea typeface="나눔스퀘어 네오 OTF Regular" panose="00000500000000000000" pitchFamily="50" charset="-127"/>
              </a:rPr>
              <a:t>&gt; </a:t>
            </a:r>
            <a:r>
              <a:rPr lang="ko-KR" altLang="en-US" sz="1051" dirty="0">
                <a:solidFill>
                  <a:prstClr val="black"/>
                </a:solidFill>
                <a:latin typeface="나눔스퀘어 네오 OTF Regular" panose="00000500000000000000" pitchFamily="50" charset="-127"/>
                <a:ea typeface="나눔스퀘어 네오 OTF Regular" panose="00000500000000000000" pitchFamily="50" charset="-127"/>
              </a:rPr>
              <a:t>단축키 </a:t>
            </a:r>
            <a:r>
              <a:rPr lang="en-US" altLang="ko-KR" sz="1051" dirty="0">
                <a:solidFill>
                  <a:prstClr val="black"/>
                </a:solidFill>
                <a:latin typeface="나눔스퀘어 네오 OTF Regular" panose="00000500000000000000" pitchFamily="50" charset="-127"/>
                <a:ea typeface="나눔스퀘어 네오 OTF Regular" panose="00000500000000000000" pitchFamily="50" charset="-127"/>
              </a:rPr>
              <a:t>Ctrl + Shift + ` </a:t>
            </a:r>
            <a:r>
              <a:rPr lang="ko-KR" altLang="en-US" sz="1051" dirty="0">
                <a:solidFill>
                  <a:prstClr val="black"/>
                </a:solidFill>
                <a:latin typeface="나눔스퀘어 네오 OTF Regular" panose="00000500000000000000" pitchFamily="50" charset="-127"/>
                <a:ea typeface="나눔스퀘어 네오 OTF Regular" panose="00000500000000000000" pitchFamily="50" charset="-127"/>
              </a:rPr>
              <a:t>입력</a:t>
            </a:r>
            <a:r>
              <a:rPr lang="en-US" altLang="ko-KR" sz="1051" dirty="0">
                <a:solidFill>
                  <a:prstClr val="black"/>
                </a:solidFill>
                <a:latin typeface="나눔스퀘어 네오 OTF Regular" panose="00000500000000000000" pitchFamily="50" charset="-127"/>
                <a:ea typeface="나눔스퀘어 네오 OTF Regular" panose="00000500000000000000" pitchFamily="50" charset="-127"/>
              </a:rPr>
              <a:t> &gt; </a:t>
            </a:r>
            <a:r>
              <a:rPr lang="ko-KR" altLang="en-US" sz="1051" dirty="0">
                <a:solidFill>
                  <a:prstClr val="black"/>
                </a:solidFill>
                <a:latin typeface="나눔스퀘어 네오 OTF Regular" panose="00000500000000000000" pitchFamily="50" charset="-127"/>
                <a:ea typeface="나눔스퀘어 네오 OTF Regular" panose="00000500000000000000" pitchFamily="50" charset="-127"/>
              </a:rPr>
              <a:t>생성된 터미널 창에 아래 명령어를 순서대로 입력</a:t>
            </a:r>
            <a:endParaRPr lang="en-US" altLang="ko-KR" sz="1200" b="1" dirty="0">
              <a:solidFill>
                <a:prstClr val="black"/>
              </a:solidFill>
              <a:ea typeface="나눔스퀘어 네오 OTF Bold"/>
            </a:endParaRP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386ACF7F-A59F-4671-B015-C5ED83EA0E31}"/>
              </a:ext>
            </a:extLst>
          </p:cNvPr>
          <p:cNvSpPr/>
          <p:nvPr/>
        </p:nvSpPr>
        <p:spPr>
          <a:xfrm>
            <a:off x="494612" y="3901566"/>
            <a:ext cx="8092076" cy="1116128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100" b="1" dirty="0">
                <a:solidFill>
                  <a:schemeClr val="tx1"/>
                </a:solidFill>
                <a:latin typeface="나눔스퀘어 네오 OTF Regular" panose="00000500000000000000" pitchFamily="50" charset="-127"/>
                <a:ea typeface="나눔스퀘어 네오 OTF Regular" panose="00000500000000000000" pitchFamily="50" charset="-127"/>
              </a:rPr>
              <a:t>  &gt; cargo install cargo-tarpaulin		//</a:t>
            </a:r>
            <a:r>
              <a:rPr lang="ko-KR" altLang="en-US" sz="1100" b="1" dirty="0">
                <a:solidFill>
                  <a:schemeClr val="tx1"/>
                </a:solidFill>
                <a:latin typeface="나눔스퀘어 네오 OTF Regular" panose="00000500000000000000" pitchFamily="50" charset="-127"/>
                <a:ea typeface="나눔스퀘어 네오 OTF Regular" panose="00000500000000000000" pitchFamily="50" charset="-127"/>
              </a:rPr>
              <a:t>설치</a:t>
            </a:r>
            <a:endParaRPr lang="en-US" altLang="ko-KR" sz="1100" b="1" dirty="0">
              <a:solidFill>
                <a:schemeClr val="tx1"/>
              </a:solidFill>
              <a:latin typeface="나눔스퀘어 네오 OTF Regular" panose="00000500000000000000" pitchFamily="50" charset="-127"/>
              <a:ea typeface="나눔스퀘어 네오 OTF Regular" panose="00000500000000000000" pitchFamily="50" charset="-127"/>
            </a:endParaRPr>
          </a:p>
          <a:p>
            <a:endParaRPr lang="en-US" altLang="ko-KR" sz="1100" b="1" dirty="0">
              <a:solidFill>
                <a:schemeClr val="tx1"/>
              </a:solidFill>
              <a:latin typeface="나눔스퀘어 네오 OTF Regular" panose="00000500000000000000" pitchFamily="50" charset="-127"/>
              <a:ea typeface="나눔스퀘어 네오 OTF Regular" panose="00000500000000000000" pitchFamily="50" charset="-127"/>
            </a:endParaRPr>
          </a:p>
          <a:p>
            <a:r>
              <a:rPr lang="en-US" altLang="ko-KR" sz="1100" b="1" dirty="0">
                <a:solidFill>
                  <a:schemeClr val="tx1"/>
                </a:solidFill>
                <a:latin typeface="나눔스퀘어 네오 OTF Regular" panose="00000500000000000000" pitchFamily="50" charset="-127"/>
                <a:ea typeface="나눔스퀘어 네오 OTF Regular" panose="00000500000000000000" pitchFamily="50" charset="-127"/>
              </a:rPr>
              <a:t>  &gt; cargo tarpaulin --version		//</a:t>
            </a:r>
            <a:r>
              <a:rPr lang="ko-KR" altLang="en-US" sz="1100" b="1" dirty="0">
                <a:solidFill>
                  <a:schemeClr val="tx1"/>
                </a:solidFill>
                <a:latin typeface="나눔스퀘어 네오 OTF Regular" panose="00000500000000000000" pitchFamily="50" charset="-127"/>
                <a:ea typeface="나눔스퀘어 네오 OTF Regular" panose="00000500000000000000" pitchFamily="50" charset="-127"/>
              </a:rPr>
              <a:t>설치 완료 후 버전 확인</a:t>
            </a:r>
            <a:endParaRPr lang="en-US" altLang="ko-KR" sz="1100" b="1" dirty="0">
              <a:solidFill>
                <a:schemeClr val="tx1"/>
              </a:solidFill>
              <a:latin typeface="나눔스퀘어 네오 OTF Regular" panose="00000500000000000000" pitchFamily="50" charset="-127"/>
              <a:ea typeface="나눔스퀘어 네오 OTF Regular" panose="00000500000000000000" pitchFamily="50" charset="-127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E533D729-CE56-472F-8280-BA72B5CAA2BF}"/>
              </a:ext>
            </a:extLst>
          </p:cNvPr>
          <p:cNvSpPr txBox="1">
            <a:spLocks noChangeAspect="1"/>
          </p:cNvSpPr>
          <p:nvPr/>
        </p:nvSpPr>
        <p:spPr>
          <a:xfrm>
            <a:off x="2161837" y="6267084"/>
            <a:ext cx="4820323" cy="2630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7993" lvl="2" indent="-107997" algn="ctr">
              <a:lnSpc>
                <a:spcPct val="110000"/>
              </a:lnSpc>
              <a:spcBef>
                <a:spcPts val="500"/>
              </a:spcBef>
              <a:spcAft>
                <a:spcPts val="300"/>
              </a:spcAft>
              <a:buFont typeface="Arial" panose="020B0604020202020204" pitchFamily="34" charset="0"/>
              <a:buChar char="•"/>
              <a:tabLst>
                <a:tab pos="447663" algn="l"/>
              </a:tabLst>
              <a:defRPr/>
            </a:pPr>
            <a:r>
              <a:rPr lang="ko-KR" altLang="en-US" sz="1051" dirty="0">
                <a:solidFill>
                  <a:prstClr val="black"/>
                </a:solidFill>
                <a:latin typeface="나눔스퀘어 네오 OTF Regular" panose="00000500000000000000" pitchFamily="50" charset="-127"/>
                <a:ea typeface="나눔스퀘어 네오 OTF Regular" panose="00000500000000000000" pitchFamily="50" charset="-127"/>
              </a:rPr>
              <a:t>명령어를 실행했을 때 버전 정보가 출력되면 설치 성공</a:t>
            </a:r>
            <a:endParaRPr lang="en-US" altLang="ko-KR" sz="1051" dirty="0">
              <a:solidFill>
                <a:prstClr val="black"/>
              </a:solidFill>
              <a:latin typeface="나눔스퀘어 네오 OTF Regular" panose="00000500000000000000" pitchFamily="50" charset="-127"/>
              <a:ea typeface="나눔스퀘어 네오 OTF Regular" panose="00000500000000000000" pitchFamily="50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1784840-406A-4ABD-953C-92F6DBFCC8CE}"/>
              </a:ext>
            </a:extLst>
          </p:cNvPr>
          <p:cNvSpPr txBox="1"/>
          <p:nvPr/>
        </p:nvSpPr>
        <p:spPr>
          <a:xfrm>
            <a:off x="494612" y="3565503"/>
            <a:ext cx="5623446" cy="2750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lang="en-US" altLang="ko-KR" sz="1050" dirty="0">
                <a:latin typeface="나눔스퀘어 네오 OTF Bold" panose="00000800000000000000" pitchFamily="50" charset="-127"/>
                <a:ea typeface="나눔스퀘어 네오 OTF Bold" panose="00000800000000000000" pitchFamily="50" charset="-127"/>
              </a:rPr>
              <a:t>2)   cargo-tarpaulin</a:t>
            </a: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7646D1D2-A84C-40C0-99DA-056E7BDDCD3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61838" y="5200644"/>
            <a:ext cx="4820323" cy="1000265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C977D7C9-B968-44E1-9647-49866D07B388}"/>
              </a:ext>
            </a:extLst>
          </p:cNvPr>
          <p:cNvSpPr txBox="1"/>
          <p:nvPr/>
        </p:nvSpPr>
        <p:spPr>
          <a:xfrm>
            <a:off x="494612" y="2094545"/>
            <a:ext cx="5623446" cy="2750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lvl="1">
              <a:lnSpc>
                <a:spcPct val="120000"/>
              </a:lnSpc>
              <a:spcBef>
                <a:spcPts val="600"/>
              </a:spcBef>
              <a:spcAft>
                <a:spcPts val="400"/>
              </a:spcAft>
              <a:defRPr/>
            </a:pPr>
            <a:r>
              <a:rPr lang="en-US" altLang="ko-KR" sz="1050" dirty="0">
                <a:solidFill>
                  <a:prstClr val="black"/>
                </a:solidFill>
                <a:latin typeface="나눔스퀘어 네오 OTF Regular" panose="00000500000000000000" pitchFamily="50" charset="-127"/>
                <a:ea typeface="나눔스퀘어 네오 OTF Regular" panose="00000500000000000000" pitchFamily="50" charset="-127"/>
              </a:rPr>
              <a:t>1)   </a:t>
            </a:r>
            <a:r>
              <a:rPr lang="en-US" altLang="ko-KR" sz="1050" dirty="0">
                <a:solidFill>
                  <a:prstClr val="black"/>
                </a:solidFill>
                <a:latin typeface="나눔스퀘어 네오 OTF Bold" panose="00000800000000000000" pitchFamily="50" charset="-127"/>
                <a:ea typeface="나눔스퀘어 네오 OTF Bold" panose="00000800000000000000" pitchFamily="50" charset="-127"/>
              </a:rPr>
              <a:t>cargo-</a:t>
            </a:r>
            <a:r>
              <a:rPr lang="en-US" altLang="ko-KR" sz="1050" dirty="0" err="1">
                <a:solidFill>
                  <a:prstClr val="black"/>
                </a:solidFill>
                <a:latin typeface="나눔스퀘어 네오 OTF Bold" panose="00000800000000000000" pitchFamily="50" charset="-127"/>
                <a:ea typeface="나눔스퀘어 네오 OTF Bold" panose="00000800000000000000" pitchFamily="50" charset="-127"/>
              </a:rPr>
              <a:t>llvm</a:t>
            </a:r>
            <a:r>
              <a:rPr lang="en-US" altLang="ko-KR" sz="1050" dirty="0">
                <a:solidFill>
                  <a:prstClr val="black"/>
                </a:solidFill>
                <a:latin typeface="나눔스퀘어 네오 OTF Bold" panose="00000800000000000000" pitchFamily="50" charset="-127"/>
                <a:ea typeface="나눔스퀘어 네오 OTF Bold" panose="00000800000000000000" pitchFamily="50" charset="-127"/>
              </a:rPr>
              <a:t>-</a:t>
            </a:r>
            <a:r>
              <a:rPr lang="en-US" altLang="ko-KR" sz="1050" dirty="0" err="1">
                <a:solidFill>
                  <a:prstClr val="black"/>
                </a:solidFill>
                <a:latin typeface="나눔스퀘어 네오 OTF Bold" panose="00000800000000000000" pitchFamily="50" charset="-127"/>
                <a:ea typeface="나눔스퀘어 네오 OTF Bold" panose="00000800000000000000" pitchFamily="50" charset="-127"/>
              </a:rPr>
              <a:t>cov</a:t>
            </a:r>
            <a:endParaRPr lang="ko-KR" altLang="en-US" sz="1050" dirty="0">
              <a:solidFill>
                <a:prstClr val="black"/>
              </a:solidFill>
              <a:latin typeface="나눔스퀘어 네오 OTF Bold" panose="00000800000000000000" pitchFamily="50" charset="-127"/>
              <a:ea typeface="나눔스퀘어 네오 OTF Bold" panose="00000800000000000000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572570105"/>
      </p:ext>
    </p:extLst>
  </p:cSld>
  <p:clrMapOvr>
    <a:masterClrMapping/>
  </p:clrMapOvr>
</p:sld>
</file>

<file path=ppt/theme/theme1.xml><?xml version="1.0" encoding="utf-8"?>
<a:theme xmlns:a="http://schemas.openxmlformats.org/drawingml/2006/main" name="1_Office 테마">
  <a:themeElements>
    <a:clrScheme name="슈어소프트테크">
      <a:dk1>
        <a:sysClr val="windowText" lastClr="000000"/>
      </a:dk1>
      <a:lt1>
        <a:sysClr val="window" lastClr="FFFFFF"/>
      </a:lt1>
      <a:dk2>
        <a:srgbClr val="002878"/>
      </a:dk2>
      <a:lt2>
        <a:srgbClr val="E7E6E6"/>
      </a:lt2>
      <a:accent1>
        <a:srgbClr val="406FD8"/>
      </a:accent1>
      <a:accent2>
        <a:srgbClr val="3E8853"/>
      </a:accent2>
      <a:accent3>
        <a:srgbClr val="FFCA08"/>
      </a:accent3>
      <a:accent4>
        <a:srgbClr val="FF8327"/>
      </a:accent4>
      <a:accent5>
        <a:srgbClr val="D32619"/>
      </a:accent5>
      <a:accent6>
        <a:srgbClr val="510CE6"/>
      </a:accent6>
      <a:hlink>
        <a:srgbClr val="467886"/>
      </a:hlink>
      <a:folHlink>
        <a:srgbClr val="96607D"/>
      </a:folHlink>
    </a:clrScheme>
    <a:fontScheme name="사용자 지정 7">
      <a:majorFont>
        <a:latin typeface="나눔스퀘어 네오 OTF Heavy"/>
        <a:ea typeface="나눔스퀘어 네오 OTF Heavy"/>
        <a:cs typeface=""/>
      </a:majorFont>
      <a:minorFont>
        <a:latin typeface="나눔스퀘어 네오 OTF Bold"/>
        <a:ea typeface="나눔스퀘어 네오 OTF Bold"/>
        <a:cs typeface="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  <a:txDef>
      <a:spPr>
        <a:noFill/>
      </a:spPr>
      <a:bodyPr wrap="none" rtlCol="0">
        <a:spAutoFit/>
      </a:bodyPr>
      <a:lstStyle>
        <a:defPPr algn="l">
          <a:lnSpc>
            <a:spcPct val="120000"/>
          </a:lnSpc>
          <a:spcAft>
            <a:spcPts val="600"/>
          </a:spcAft>
          <a:defRPr sz="1000" dirty="0" smtClean="0">
            <a:latin typeface="나눔스퀘어 네오 OTF Regular" panose="00000500000000000000" pitchFamily="50" charset="-127"/>
            <a:ea typeface="나눔스퀘어 네오 OTF Regular" panose="00000500000000000000" pitchFamily="50" charset="-127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1042</TotalTime>
  <Words>411</Words>
  <Application>Microsoft Office PowerPoint</Application>
  <PresentationFormat>화면 슬라이드 쇼(4:3)</PresentationFormat>
  <Paragraphs>79</Paragraphs>
  <Slides>4</Slides>
  <Notes>4</Notes>
  <HiddenSlides>0</HiddenSlides>
  <MMClips>0</MMClips>
  <ScaleCrop>false</ScaleCrop>
  <HeadingPairs>
    <vt:vector size="6" baseType="variant">
      <vt:variant>
        <vt:lpstr>사용한 글꼴</vt:lpstr>
      </vt:variant>
      <vt:variant>
        <vt:i4>8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4</vt:i4>
      </vt:variant>
    </vt:vector>
  </HeadingPairs>
  <TitlesOfParts>
    <vt:vector size="13" baseType="lpstr">
      <vt:lpstr>나눔스퀘어 네오 OTF Bold</vt:lpstr>
      <vt:lpstr>나눔스퀘어 네오 OTF ExtraBold</vt:lpstr>
      <vt:lpstr>나눔스퀘어 네오 OTF Heavy</vt:lpstr>
      <vt:lpstr>나눔스퀘어 네오 OTF Light</vt:lpstr>
      <vt:lpstr>나눔스퀘어 네오 OTF Regular</vt:lpstr>
      <vt:lpstr>맑은 고딕</vt:lpstr>
      <vt:lpstr>Arial</vt:lpstr>
      <vt:lpstr>Wingdings</vt:lpstr>
      <vt:lpstr>1_Office 테마</vt:lpstr>
      <vt:lpstr>Rust 코드 기반 테스트를 위한 개발 프로젝트</vt:lpstr>
      <vt:lpstr>Rust 언어 사용을 위한 IDE 분석</vt:lpstr>
      <vt:lpstr>Rust 언어 사용을 위한 IDE 분석</vt:lpstr>
      <vt:lpstr>VS Code 실행 환경 구축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RUST 실행 환경 구축 – VS Code</dc:title>
  <dc:creator>sure0</dc:creator>
  <cp:lastModifiedBy>suresoft</cp:lastModifiedBy>
  <cp:revision>450</cp:revision>
  <dcterms:created xsi:type="dcterms:W3CDTF">2026-03-04T02:54:12Z</dcterms:created>
  <dcterms:modified xsi:type="dcterms:W3CDTF">2026-03-23T03:02:58Z</dcterms:modified>
</cp:coreProperties>
</file>