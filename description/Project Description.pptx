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95" r:id="rId2"/>
    <p:sldId id="326" r:id="rId3"/>
    <p:sldId id="331" r:id="rId4"/>
    <p:sldId id="327" r:id="rId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6733" autoAdjust="0"/>
  </p:normalViewPr>
  <p:slideViewPr>
    <p:cSldViewPr snapToGrid="0">
      <p:cViewPr varScale="1">
        <p:scale>
          <a:sx n="115" d="100"/>
          <a:sy n="115" d="100"/>
        </p:scale>
        <p:origin x="10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BB4946-E401-4AF9-AC0C-BFE66E828B0B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34C83D-584B-4249-972A-AD963DFCA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2305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x-none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B96979-5F90-1E49-80BF-7D3DAEE95EFC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924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x-none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B96979-5F90-1E49-80BF-7D3DAEE95EFC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57803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x-none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B96979-5F90-1E49-80BF-7D3DAEE95EFC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14303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x-none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B96979-5F90-1E49-80BF-7D3DAEE95EFC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0705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회사소개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래픽 5">
            <a:extLst>
              <a:ext uri="{FF2B5EF4-FFF2-40B4-BE49-F238E27FC236}">
                <a16:creationId xmlns:a16="http://schemas.microsoft.com/office/drawing/2014/main" id="{DDB5D08C-E48C-33C0-A5BA-BC4E9AF4A0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029" t="-23096" r="230" b="-1"/>
          <a:stretch/>
        </p:blipFill>
        <p:spPr>
          <a:xfrm>
            <a:off x="0" y="548649"/>
            <a:ext cx="9144000" cy="58201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14D345-D555-88F0-06BF-4E492E2445C0}"/>
              </a:ext>
            </a:extLst>
          </p:cNvPr>
          <p:cNvSpPr txBox="1"/>
          <p:nvPr userDrawn="1"/>
        </p:nvSpPr>
        <p:spPr>
          <a:xfrm>
            <a:off x="3639566" y="589082"/>
            <a:ext cx="18648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Software for Safe World</a:t>
            </a:r>
            <a:endParaRPr lang="ko-KR" altLang="en-US" sz="1200" dirty="0">
              <a:solidFill>
                <a:schemeClr val="tx2"/>
              </a:solidFill>
              <a:latin typeface="나눔스퀘어 네오 OTF ExtraBold" panose="00000900000000000000" pitchFamily="50" charset="-127"/>
              <a:ea typeface="나눔스퀘어 네오 OTF ExtraBold" panose="00000900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D09B5B-ADA0-CFD7-4AA6-5C75669BB7A5}"/>
              </a:ext>
            </a:extLst>
          </p:cNvPr>
          <p:cNvSpPr txBox="1"/>
          <p:nvPr/>
        </p:nvSpPr>
        <p:spPr>
          <a:xfrm>
            <a:off x="5229736" y="6301432"/>
            <a:ext cx="3554114" cy="224036"/>
          </a:xfrm>
          <a:prstGeom prst="rect">
            <a:avLst/>
          </a:prstGeom>
          <a:ln>
            <a:noFill/>
          </a:ln>
        </p:spPr>
        <p:txBody>
          <a:bodyPr vert="horz" wrap="square" lIns="90000" tIns="45720" rIns="0" bIns="45720" rtlCol="0">
            <a:spAutoFit/>
          </a:bodyPr>
          <a:lstStyle>
            <a:lvl1pPr marR="0" lvl="0" indent="0" algn="r" defTabSz="914377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ko-KR" altLang="en-US" sz="1200" b="0" i="0" u="none" strike="noStrike" cap="none" spc="0" normalizeH="0" baseline="0">
                <a:ln>
                  <a:noFill/>
                </a:ln>
                <a:solidFill>
                  <a:schemeClr val="bg1">
                    <a:alpha val="6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 marL="265113" marR="0" indent="-265113" defTabSz="914377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>
                <a:tab pos="0" algn="l"/>
                <a:tab pos="265113" algn="l"/>
              </a:tabLst>
              <a:defRPr kumimoji="0" lang="ko-KR" altLang="en-US" sz="16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2pPr>
            <a:lvl3pPr marL="623888" marR="0" indent="-265113" defTabSz="628635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>
                <a:tab pos="444500" algn="l"/>
              </a:tabLst>
              <a:defRPr kumimoji="0" lang="ko-KR" altLang="en-US" sz="14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3pPr>
            <a:lvl4pPr marL="982663" marR="0" indent="-265113" defTabSz="914377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SpoqaHanSans-Regular" panose="020B0500000000000000" pitchFamily="50" charset="-127"/>
              <a:buChar char="-"/>
              <a:tabLst>
                <a:tab pos="444500" algn="l"/>
              </a:tabLst>
              <a:defRPr kumimoji="0" lang="ko-KR" altLang="en-US" sz="12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4pPr>
            <a:lvl5pPr marL="1341438" marR="0" indent="-265113" defTabSz="581011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맑은 고딕" panose="020B0503020000020004" pitchFamily="50" charset="-127"/>
              <a:buChar char="-"/>
              <a:tabLst/>
              <a:defRPr kumimoji="0" lang="en-US" altLang="en-US" sz="105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x-none" sz="951" b="0" i="0" spc="-31" baseline="0" dirty="0"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+mn-ea"/>
                <a:ea typeface="+mn-ea"/>
              </a:rPr>
              <a:t>ⓒ 2026. </a:t>
            </a:r>
            <a:r>
              <a:rPr lang="en-US" altLang="x-none" sz="951" b="0" i="0" spc="-31" baseline="0" dirty="0" err="1"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+mn-ea"/>
                <a:ea typeface="+mn-ea"/>
              </a:rPr>
              <a:t>Suresofttech</a:t>
            </a:r>
            <a:r>
              <a:rPr lang="en-US" altLang="x-none" sz="951" b="0" i="0" spc="-31" baseline="0" dirty="0"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+mn-ea"/>
                <a:ea typeface="+mn-ea"/>
              </a:rPr>
              <a:t> Inc. All rights reserved.</a:t>
            </a:r>
            <a:endParaRPr lang="x-none" altLang="en-US" sz="951" b="0" i="0" spc="-31" baseline="0" dirty="0">
              <a:solidFill>
                <a:schemeClr val="tx1">
                  <a:lumMod val="85000"/>
                  <a:lumOff val="15000"/>
                  <a:alpha val="60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E16F30B-7B23-5E67-2F65-ACE294D3C09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5801" y="2928572"/>
            <a:ext cx="2692402" cy="27603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FFE917F-F11C-4666-F5C4-660B12F9234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92381" y="3339647"/>
            <a:ext cx="6359238" cy="313932"/>
          </a:xfrm>
          <a:noFill/>
        </p:spPr>
        <p:txBody>
          <a:bodyPr wrap="square" rtlCol="0">
            <a:spAutoFit/>
          </a:bodyPr>
          <a:lstStyle>
            <a:lvl1pPr algn="ctr">
              <a:defRPr lang="en-US" sz="1600" spc="-71" dirty="0">
                <a:cs typeface="+mn-cs"/>
              </a:defRPr>
            </a:lvl1pPr>
          </a:lstStyle>
          <a:p>
            <a:pPr marL="0" lvl="0" algn="ctr" defTabSz="457189" latinLnBrk="0"/>
            <a:r>
              <a:rPr lang="ko-KR" altLang="en-US" dirty="0"/>
              <a:t>마스터 제목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7554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기타문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래픽 6">
            <a:extLst>
              <a:ext uri="{FF2B5EF4-FFF2-40B4-BE49-F238E27FC236}">
                <a16:creationId xmlns:a16="http://schemas.microsoft.com/office/drawing/2014/main" id="{F00AA3A2-A2C8-3AC7-1600-A60BA226FA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029" t="-23096" r="230" b="-1"/>
          <a:stretch/>
        </p:blipFill>
        <p:spPr>
          <a:xfrm>
            <a:off x="0" y="548649"/>
            <a:ext cx="9144000" cy="58201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866508"/>
            <a:ext cx="7772400" cy="452432"/>
          </a:xfrm>
        </p:spPr>
        <p:txBody>
          <a:bodyPr anchor="b">
            <a:spAutoFit/>
          </a:bodyPr>
          <a:lstStyle>
            <a:lvl1pPr algn="ctr">
              <a:defRPr sz="2600" spc="-100" baseline="0">
                <a:solidFill>
                  <a:schemeClr val="tx2"/>
                </a:solidFill>
              </a:defRPr>
            </a:lvl1pPr>
          </a:lstStyle>
          <a:p>
            <a:r>
              <a:rPr lang="ko-KR" altLang="en-US" dirty="0"/>
              <a:t>마스터 제목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347533"/>
            <a:ext cx="6858000" cy="358624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None/>
              <a:defRPr sz="1600" spc="-71" baseline="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편집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B7E129-3704-6D23-EF6B-D65E3083892B}"/>
              </a:ext>
            </a:extLst>
          </p:cNvPr>
          <p:cNvSpPr txBox="1"/>
          <p:nvPr userDrawn="1"/>
        </p:nvSpPr>
        <p:spPr>
          <a:xfrm>
            <a:off x="3706220" y="673223"/>
            <a:ext cx="17315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Software for Safe World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latin typeface="나눔스퀘어 네오 OTF ExtraBold" panose="00000900000000000000" pitchFamily="50" charset="-127"/>
              <a:ea typeface="나눔스퀘어 네오 OTF ExtraBold" panose="00000900000000000000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02C2962-13CA-67D6-7DB9-C31BEE4A5A4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5902" y="506246"/>
            <a:ext cx="1092200" cy="11197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8C79F16-CE91-413D-96B1-8646B8829D68}"/>
              </a:ext>
            </a:extLst>
          </p:cNvPr>
          <p:cNvSpPr txBox="1"/>
          <p:nvPr/>
        </p:nvSpPr>
        <p:spPr>
          <a:xfrm>
            <a:off x="5229736" y="6301432"/>
            <a:ext cx="3554114" cy="224036"/>
          </a:xfrm>
          <a:prstGeom prst="rect">
            <a:avLst/>
          </a:prstGeom>
          <a:ln>
            <a:noFill/>
          </a:ln>
        </p:spPr>
        <p:txBody>
          <a:bodyPr vert="horz" wrap="square" lIns="90000" tIns="45720" rIns="0" bIns="45720" rtlCol="0">
            <a:spAutoFit/>
          </a:bodyPr>
          <a:lstStyle>
            <a:defPPr>
              <a:defRPr lang="en-US"/>
            </a:defPPr>
            <a:lvl1pPr marR="0" lvl="0" indent="0" algn="r" defTabSz="914377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50" b="0" i="0" u="none" strike="noStrike" cap="none" spc="-30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effectLst/>
                <a:uLnTx/>
                <a:uFillTx/>
                <a:latin typeface="+mn-ea"/>
                <a:cs typeface="Segoe UI" panose="020B0502040204020203" pitchFamily="34" charset="0"/>
              </a:defRPr>
            </a:lvl1pPr>
            <a:lvl2pPr marL="265113" marR="0" indent="-265113" defTabSz="914377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>
                <a:tab pos="0" algn="l"/>
                <a:tab pos="265113" algn="l"/>
              </a:tabLst>
              <a:defRPr kumimoji="0" sz="16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2pPr>
            <a:lvl3pPr marL="623888" marR="0" indent="-265113" defTabSz="628635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>
                <a:tab pos="444500" algn="l"/>
              </a:tabLst>
              <a:defRPr kumimoji="0" sz="14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3pPr>
            <a:lvl4pPr marL="982663" marR="0" indent="-265113" defTabSz="914377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SpoqaHanSans-Regular" panose="020B0500000000000000" pitchFamily="50" charset="-127"/>
              <a:buChar char="-"/>
              <a:tabLst>
                <a:tab pos="444500" algn="l"/>
              </a:tabLst>
              <a:defRPr kumimoji="0" sz="12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4pPr>
            <a:lvl5pPr marL="1341438" marR="0" indent="-265113" defTabSz="581011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맑은 고딕" panose="020B0503020000020004" pitchFamily="50" charset="-127"/>
              <a:buChar char="-"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x-none" sz="951" dirty="0"/>
              <a:t>ⓒ 2026. </a:t>
            </a:r>
            <a:r>
              <a:rPr lang="en-US" altLang="x-none" sz="951" dirty="0" err="1"/>
              <a:t>Suresofttech</a:t>
            </a:r>
            <a:r>
              <a:rPr lang="en-US" altLang="x-none" sz="951" dirty="0"/>
              <a:t> Inc. All rights reserved.</a:t>
            </a:r>
            <a:endParaRPr lang="x-none" altLang="en-US" sz="951" dirty="0"/>
          </a:p>
        </p:txBody>
      </p:sp>
    </p:spTree>
    <p:extLst>
      <p:ext uri="{BB962C8B-B14F-4D97-AF65-F5344CB8AC3E}">
        <p14:creationId xmlns:p14="http://schemas.microsoft.com/office/powerpoint/2010/main" val="156079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기타문서_제목2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래픽 6">
            <a:extLst>
              <a:ext uri="{FF2B5EF4-FFF2-40B4-BE49-F238E27FC236}">
                <a16:creationId xmlns:a16="http://schemas.microsoft.com/office/drawing/2014/main" id="{F00AA3A2-A2C8-3AC7-1600-A60BA226FA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029" t="-23096" r="230" b="-1"/>
          <a:stretch/>
        </p:blipFill>
        <p:spPr>
          <a:xfrm>
            <a:off x="0" y="548649"/>
            <a:ext cx="9144000" cy="58201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650545"/>
            <a:ext cx="7772400" cy="805542"/>
          </a:xfrm>
        </p:spPr>
        <p:txBody>
          <a:bodyPr anchor="b">
            <a:spAutoFit/>
          </a:bodyPr>
          <a:lstStyle>
            <a:lvl1pPr algn="ctr">
              <a:lnSpc>
                <a:spcPct val="110000"/>
              </a:lnSpc>
              <a:defRPr sz="2200" spc="-100" baseline="0">
                <a:solidFill>
                  <a:schemeClr val="tx2"/>
                </a:solidFill>
              </a:defRPr>
            </a:lvl1pPr>
          </a:lstStyle>
          <a:p>
            <a:r>
              <a:rPr lang="ko-KR" altLang="en-US" dirty="0"/>
              <a:t>제목이 한 줄을 넘어가는 문서의 경우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해당 표지를 사용하세요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484679"/>
            <a:ext cx="6858000" cy="358624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None/>
              <a:defRPr sz="1600" spc="-71" baseline="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편집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B7E129-3704-6D23-EF6B-D65E3083892B}"/>
              </a:ext>
            </a:extLst>
          </p:cNvPr>
          <p:cNvSpPr txBox="1"/>
          <p:nvPr userDrawn="1"/>
        </p:nvSpPr>
        <p:spPr>
          <a:xfrm>
            <a:off x="3706220" y="673223"/>
            <a:ext cx="17315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Software for Safe World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latin typeface="나눔스퀘어 네오 OTF ExtraBold" panose="00000900000000000000" pitchFamily="50" charset="-127"/>
              <a:ea typeface="나눔스퀘어 네오 OTF ExtraBold" panose="00000900000000000000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02C2962-13CA-67D6-7DB9-C31BEE4A5A4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5902" y="506246"/>
            <a:ext cx="1092200" cy="11197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8C79F16-CE91-413D-96B1-8646B8829D68}"/>
              </a:ext>
            </a:extLst>
          </p:cNvPr>
          <p:cNvSpPr txBox="1"/>
          <p:nvPr/>
        </p:nvSpPr>
        <p:spPr>
          <a:xfrm>
            <a:off x="5229736" y="6301432"/>
            <a:ext cx="3554114" cy="224036"/>
          </a:xfrm>
          <a:prstGeom prst="rect">
            <a:avLst/>
          </a:prstGeom>
          <a:ln>
            <a:noFill/>
          </a:ln>
        </p:spPr>
        <p:txBody>
          <a:bodyPr vert="horz" wrap="square" lIns="90000" tIns="45720" rIns="0" bIns="45720" rtlCol="0">
            <a:spAutoFit/>
          </a:bodyPr>
          <a:lstStyle>
            <a:defPPr>
              <a:defRPr lang="en-US"/>
            </a:defPPr>
            <a:lvl1pPr marR="0" lvl="0" indent="0" algn="r" defTabSz="914377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50" b="0" i="0" u="none" strike="noStrike" cap="none" spc="-30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effectLst/>
                <a:uLnTx/>
                <a:uFillTx/>
                <a:latin typeface="+mn-ea"/>
                <a:cs typeface="Segoe UI" panose="020B0502040204020203" pitchFamily="34" charset="0"/>
              </a:defRPr>
            </a:lvl1pPr>
            <a:lvl2pPr marL="265113" marR="0" indent="-265113" defTabSz="914377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>
                <a:tab pos="0" algn="l"/>
                <a:tab pos="265113" algn="l"/>
              </a:tabLst>
              <a:defRPr kumimoji="0" sz="16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2pPr>
            <a:lvl3pPr marL="623888" marR="0" indent="-265113" defTabSz="628635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>
                <a:tab pos="444500" algn="l"/>
              </a:tabLst>
              <a:defRPr kumimoji="0" sz="14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3pPr>
            <a:lvl4pPr marL="982663" marR="0" indent="-265113" defTabSz="914377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SpoqaHanSans-Regular" panose="020B0500000000000000" pitchFamily="50" charset="-127"/>
              <a:buChar char="-"/>
              <a:tabLst>
                <a:tab pos="444500" algn="l"/>
              </a:tabLst>
              <a:defRPr kumimoji="0" sz="12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4pPr>
            <a:lvl5pPr marL="1341438" marR="0" indent="-265113" defTabSz="581011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맑은 고딕" panose="020B0503020000020004" pitchFamily="50" charset="-127"/>
              <a:buChar char="-"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x-none" sz="951" dirty="0"/>
              <a:t>ⓒ 2026. </a:t>
            </a:r>
            <a:r>
              <a:rPr lang="en-US" altLang="x-none" sz="951" dirty="0" err="1"/>
              <a:t>Suresofttech</a:t>
            </a:r>
            <a:r>
              <a:rPr lang="en-US" altLang="x-none" sz="951" dirty="0"/>
              <a:t> Inc. All rights reserved.</a:t>
            </a:r>
            <a:endParaRPr lang="x-none" altLang="en-US" sz="951" dirty="0"/>
          </a:p>
        </p:txBody>
      </p:sp>
    </p:spTree>
    <p:extLst>
      <p:ext uri="{BB962C8B-B14F-4D97-AF65-F5344CB8AC3E}">
        <p14:creationId xmlns:p14="http://schemas.microsoft.com/office/powerpoint/2010/main" val="1846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_서브타이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D752E69-A749-A4DB-18DB-452E2CE202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5130"/>
          <a:stretch/>
        </p:blipFill>
        <p:spPr>
          <a:xfrm>
            <a:off x="82497" y="0"/>
            <a:ext cx="9061504" cy="5550900"/>
          </a:xfrm>
          <a:prstGeom prst="rect">
            <a:avLst/>
          </a:prstGeom>
        </p:spPr>
      </p:pic>
      <p:sp>
        <p:nvSpPr>
          <p:cNvPr id="29" name="텍스트 개체 틀 26">
            <a:extLst>
              <a:ext uri="{FF2B5EF4-FFF2-40B4-BE49-F238E27FC236}">
                <a16:creationId xmlns:a16="http://schemas.microsoft.com/office/drawing/2014/main" id="{C08E8EAA-D503-E765-98E5-CEAB1E9207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215" y="5055562"/>
            <a:ext cx="2254132" cy="1270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lang="ko-KR" altLang="en-US" sz="1100" dirty="0" smtClean="0">
                <a:solidFill>
                  <a:schemeClr val="tx2">
                    <a:lumMod val="50000"/>
                  </a:schemeClr>
                </a:solidFill>
                <a:latin typeface="+mn-ea"/>
              </a:defRPr>
            </a:lvl1pPr>
          </a:lstStyle>
          <a:p>
            <a:pPr marL="0" lvl="0" defTabSz="457189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첫 번째 페이지 제목을 입력하세요</a:t>
            </a:r>
            <a:endParaRPr lang="en-US" altLang="ko-KR" dirty="0"/>
          </a:p>
          <a:p>
            <a:pPr marL="0" lvl="0" defTabSz="457189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두 번째 페이지 제목을 입력하세요</a:t>
            </a:r>
            <a:endParaRPr lang="en-US" altLang="ko-KR" dirty="0"/>
          </a:p>
          <a:p>
            <a:pPr marL="0" lvl="0" defTabSz="457189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세 번째 페이지 제목을 입력하세요</a:t>
            </a:r>
          </a:p>
        </p:txBody>
      </p:sp>
      <p:sp>
        <p:nvSpPr>
          <p:cNvPr id="28" name="텍스트 개체 틀 26">
            <a:extLst>
              <a:ext uri="{FF2B5EF4-FFF2-40B4-BE49-F238E27FC236}">
                <a16:creationId xmlns:a16="http://schemas.microsoft.com/office/drawing/2014/main" id="{68825A5B-BE1C-9741-4F2C-F7257FB787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75115" y="5055562"/>
            <a:ext cx="2253021" cy="1270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lang="ko-KR" altLang="en-US" sz="1100" dirty="0" smtClean="0">
                <a:solidFill>
                  <a:schemeClr val="tx2">
                    <a:lumMod val="50000"/>
                  </a:schemeClr>
                </a:solidFill>
                <a:latin typeface="+mn-ea"/>
              </a:defRPr>
            </a:lvl1pPr>
          </a:lstStyle>
          <a:p>
            <a:pPr marL="0" lvl="0" defTabSz="457189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첫 번째 페이지 제목을 입력하세요</a:t>
            </a:r>
            <a:endParaRPr lang="en-US" altLang="ko-KR" dirty="0"/>
          </a:p>
          <a:p>
            <a:pPr marL="0" lvl="0" defTabSz="457189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두 번째 페이지 제목을 입력하세요</a:t>
            </a:r>
            <a:endParaRPr lang="en-US" altLang="ko-KR" dirty="0"/>
          </a:p>
          <a:p>
            <a:pPr marL="0" lvl="0" defTabSz="457189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세 번째 페이지 제목을 입력하세요</a:t>
            </a:r>
          </a:p>
        </p:txBody>
      </p:sp>
      <p:sp>
        <p:nvSpPr>
          <p:cNvPr id="27" name="텍스트 개체 틀 26">
            <a:extLst>
              <a:ext uri="{FF2B5EF4-FFF2-40B4-BE49-F238E27FC236}">
                <a16:creationId xmlns:a16="http://schemas.microsoft.com/office/drawing/2014/main" id="{F994BDC7-3A8A-2686-D267-71EDEA714C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5214" y="5055562"/>
            <a:ext cx="2254132" cy="1270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lang="ko-KR" altLang="en-US" sz="1100" dirty="0" smtClean="0">
                <a:solidFill>
                  <a:schemeClr val="tx2">
                    <a:lumMod val="50000"/>
                  </a:schemeClr>
                </a:solidFill>
                <a:latin typeface="+mn-ea"/>
              </a:defRPr>
            </a:lvl1pPr>
          </a:lstStyle>
          <a:p>
            <a:pPr marL="0" lvl="0" defTabSz="457189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첫 번째 페이지 제목을 입력하세요</a:t>
            </a:r>
            <a:endParaRPr lang="en-US" altLang="ko-KR" dirty="0"/>
          </a:p>
          <a:p>
            <a:pPr marL="0" lvl="0" defTabSz="457189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두 번째 페이지 제목을 입력하세요</a:t>
            </a:r>
            <a:endParaRPr lang="en-US" altLang="ko-KR" dirty="0"/>
          </a:p>
          <a:p>
            <a:pPr marL="0" lvl="0" defTabSz="457189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세 번째 페이지 제목을 입력하세요</a:t>
            </a:r>
          </a:p>
        </p:txBody>
      </p:sp>
      <p:sp>
        <p:nvSpPr>
          <p:cNvPr id="24" name="텍스트 개체 틀 22">
            <a:extLst>
              <a:ext uri="{FF2B5EF4-FFF2-40B4-BE49-F238E27FC236}">
                <a16:creationId xmlns:a16="http://schemas.microsoft.com/office/drawing/2014/main" id="{85819643-4EDD-8118-CE46-E2EA52F5A83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74004" y="4607118"/>
            <a:ext cx="2253020" cy="325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FontTx/>
              <a:buNone/>
              <a:defRPr lang="ko-KR" altLang="en-US" sz="1400" spc="-51" dirty="0" smtClean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  <a:lvl2pPr>
              <a:defRPr lang="ko-KR" altLang="en-US" sz="1800" dirty="0" smtClean="0"/>
            </a:lvl2pPr>
            <a:lvl3pPr>
              <a:defRPr lang="ko-KR" altLang="en-US" sz="1800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marL="0" lvl="0" defTabSz="457189" latinLnBrk="0"/>
            <a:r>
              <a:rPr lang="ko-KR" altLang="en-US" dirty="0"/>
              <a:t>제목을 입력하세요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5BEC0A6-4E97-482A-7905-6B9DF3A19D9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462" y="1152347"/>
            <a:ext cx="1456845" cy="1493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3A6CA3-5AA2-0704-AD28-CFDFFA03338E}"/>
              </a:ext>
            </a:extLst>
          </p:cNvPr>
          <p:cNvSpPr txBox="1"/>
          <p:nvPr userDrawn="1"/>
        </p:nvSpPr>
        <p:spPr>
          <a:xfrm>
            <a:off x="545214" y="1376243"/>
            <a:ext cx="21769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600" spc="-70">
                <a:solidFill>
                  <a:schemeClr val="tx2">
                    <a:lumMod val="50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</a:lstStyle>
          <a:p>
            <a:pPr algn="l"/>
            <a:r>
              <a:rPr lang="en-US" altLang="ko-KR" sz="1600" spc="0" dirty="0">
                <a:latin typeface="+mj-ea"/>
                <a:ea typeface="+mj-ea"/>
              </a:rPr>
              <a:t>TABLE OF CONTENTS</a:t>
            </a:r>
            <a:endParaRPr lang="ko-KR" altLang="en-US" sz="1600" spc="0" dirty="0">
              <a:latin typeface="+mj-ea"/>
              <a:ea typeface="+mj-ea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696BF0D5-DBB2-3C80-ECAB-B9AFA42465B6}"/>
              </a:ext>
            </a:extLst>
          </p:cNvPr>
          <p:cNvCxnSpPr>
            <a:cxnSpLocks/>
          </p:cNvCxnSpPr>
          <p:nvPr userDrawn="1"/>
        </p:nvCxnSpPr>
        <p:spPr>
          <a:xfrm>
            <a:off x="639344" y="4963855"/>
            <a:ext cx="21600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CE5EDDD-C526-CCF5-9584-92F02CBF1BE5}"/>
              </a:ext>
            </a:extLst>
          </p:cNvPr>
          <p:cNvCxnSpPr>
            <a:cxnSpLocks/>
          </p:cNvCxnSpPr>
          <p:nvPr userDrawn="1"/>
        </p:nvCxnSpPr>
        <p:spPr>
          <a:xfrm>
            <a:off x="3568135" y="4963855"/>
            <a:ext cx="21600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70686EAE-B51D-0421-C84D-9729E7509651}"/>
              </a:ext>
            </a:extLst>
          </p:cNvPr>
          <p:cNvCxnSpPr>
            <a:cxnSpLocks/>
          </p:cNvCxnSpPr>
          <p:nvPr userDrawn="1"/>
        </p:nvCxnSpPr>
        <p:spPr>
          <a:xfrm>
            <a:off x="6353346" y="4963855"/>
            <a:ext cx="21600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B1EB4CBD-C19D-9E5D-D5CC-9CD1CF319274}"/>
              </a:ext>
            </a:extLst>
          </p:cNvPr>
          <p:cNvSpPr/>
          <p:nvPr userDrawn="1"/>
        </p:nvSpPr>
        <p:spPr>
          <a:xfrm>
            <a:off x="7179735" y="3052233"/>
            <a:ext cx="137584" cy="137584"/>
          </a:xfrm>
          <a:prstGeom prst="ellipse">
            <a:avLst/>
          </a:prstGeom>
          <a:solidFill>
            <a:srgbClr val="A6AD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8BD8D91C-CFE0-A581-8CBF-A19929C9930D}"/>
              </a:ext>
            </a:extLst>
          </p:cNvPr>
          <p:cNvSpPr/>
          <p:nvPr userDrawn="1"/>
        </p:nvSpPr>
        <p:spPr>
          <a:xfrm>
            <a:off x="5901463" y="968199"/>
            <a:ext cx="79553" cy="7955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98D6BEF6-3312-DB2D-3D25-8E3F23D25328}"/>
              </a:ext>
            </a:extLst>
          </p:cNvPr>
          <p:cNvSpPr/>
          <p:nvPr userDrawn="1"/>
        </p:nvSpPr>
        <p:spPr>
          <a:xfrm>
            <a:off x="3826935" y="664633"/>
            <a:ext cx="137584" cy="137584"/>
          </a:xfrm>
          <a:prstGeom prst="ellipse">
            <a:avLst/>
          </a:prstGeom>
          <a:solidFill>
            <a:srgbClr val="A6ADD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36DF1567-E253-5219-A47B-D5962357E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5213" y="4607118"/>
            <a:ext cx="2254131" cy="325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FontTx/>
              <a:buNone/>
              <a:defRPr lang="ko-KR" altLang="en-US" sz="1400" spc="-51" dirty="0" smtClean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  <a:lvl2pPr>
              <a:defRPr lang="ko-KR" altLang="en-US" sz="1800" dirty="0" smtClean="0"/>
            </a:lvl2pPr>
            <a:lvl3pPr>
              <a:defRPr lang="ko-KR" altLang="en-US" sz="1800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marL="0" lvl="0" defTabSz="457189" latinLnBrk="0"/>
            <a:r>
              <a:rPr lang="ko-KR" altLang="en-US" dirty="0"/>
              <a:t>제목을 입력하세요</a:t>
            </a:r>
          </a:p>
        </p:txBody>
      </p:sp>
      <p:sp>
        <p:nvSpPr>
          <p:cNvPr id="25" name="텍스트 개체 틀 22">
            <a:extLst>
              <a:ext uri="{FF2B5EF4-FFF2-40B4-BE49-F238E27FC236}">
                <a16:creationId xmlns:a16="http://schemas.microsoft.com/office/drawing/2014/main" id="{DC6F003A-3DBE-AF91-AA4C-E2AEAACDDDC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216" y="4607118"/>
            <a:ext cx="2253020" cy="325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FontTx/>
              <a:buNone/>
              <a:defRPr lang="ko-KR" altLang="en-US" sz="1400" spc="-51" dirty="0" smtClean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  <a:lvl2pPr>
              <a:defRPr lang="ko-KR" altLang="en-US" sz="1800" dirty="0" smtClean="0"/>
            </a:lvl2pPr>
            <a:lvl3pPr>
              <a:defRPr lang="ko-KR" altLang="en-US" sz="1800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marL="0" lvl="0" defTabSz="457189" latinLnBrk="0"/>
            <a:r>
              <a:rPr lang="ko-KR" altLang="en-US" dirty="0"/>
              <a:t>제목을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38179279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목차_서브타이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D752E69-A749-A4DB-18DB-452E2CE202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5130"/>
          <a:stretch/>
        </p:blipFill>
        <p:spPr>
          <a:xfrm>
            <a:off x="82497" y="0"/>
            <a:ext cx="9061504" cy="5550900"/>
          </a:xfrm>
          <a:prstGeom prst="rect">
            <a:avLst/>
          </a:prstGeom>
        </p:spPr>
      </p:pic>
      <p:sp>
        <p:nvSpPr>
          <p:cNvPr id="29" name="텍스트 개체 틀 26">
            <a:extLst>
              <a:ext uri="{FF2B5EF4-FFF2-40B4-BE49-F238E27FC236}">
                <a16:creationId xmlns:a16="http://schemas.microsoft.com/office/drawing/2014/main" id="{C08E8EAA-D503-E765-98E5-CEAB1E9207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215" y="5055562"/>
            <a:ext cx="2254132" cy="1270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lang="ko-KR" altLang="en-US" sz="1100" dirty="0" smtClean="0">
                <a:solidFill>
                  <a:schemeClr val="tx2">
                    <a:lumMod val="50000"/>
                  </a:schemeClr>
                </a:solidFill>
                <a:latin typeface="+mn-ea"/>
              </a:defRPr>
            </a:lvl1pPr>
          </a:lstStyle>
          <a:p>
            <a:pPr marL="0" lvl="0" defTabSz="457189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첫 번째 페이지 제목을 입력하세요</a:t>
            </a:r>
            <a:endParaRPr lang="en-US" altLang="ko-KR" dirty="0"/>
          </a:p>
          <a:p>
            <a:pPr marL="0" lvl="0" defTabSz="457189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두 번째 페이지 제목을 입력하세요</a:t>
            </a:r>
            <a:endParaRPr lang="en-US" altLang="ko-KR" dirty="0"/>
          </a:p>
          <a:p>
            <a:pPr marL="0" lvl="0" defTabSz="457189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세 번째 페이지 제목을 입력하세요</a:t>
            </a:r>
          </a:p>
        </p:txBody>
      </p:sp>
      <p:sp>
        <p:nvSpPr>
          <p:cNvPr id="28" name="텍스트 개체 틀 26">
            <a:extLst>
              <a:ext uri="{FF2B5EF4-FFF2-40B4-BE49-F238E27FC236}">
                <a16:creationId xmlns:a16="http://schemas.microsoft.com/office/drawing/2014/main" id="{68825A5B-BE1C-9741-4F2C-F7257FB787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75115" y="5055562"/>
            <a:ext cx="2253021" cy="1270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lang="ko-KR" altLang="en-US" sz="1100" dirty="0" smtClean="0">
                <a:solidFill>
                  <a:schemeClr val="tx2">
                    <a:lumMod val="50000"/>
                  </a:schemeClr>
                </a:solidFill>
                <a:latin typeface="+mn-ea"/>
              </a:defRPr>
            </a:lvl1pPr>
          </a:lstStyle>
          <a:p>
            <a:pPr marL="0" lvl="0" defTabSz="457189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첫 번째 페이지 제목을 입력하세요</a:t>
            </a:r>
            <a:endParaRPr lang="en-US" altLang="ko-KR" dirty="0"/>
          </a:p>
          <a:p>
            <a:pPr marL="0" lvl="0" defTabSz="457189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두 번째 페이지 제목을 입력하세요</a:t>
            </a:r>
            <a:endParaRPr lang="en-US" altLang="ko-KR" dirty="0"/>
          </a:p>
          <a:p>
            <a:pPr marL="0" lvl="0" defTabSz="457189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세 번째 페이지 제목을 입력하세요</a:t>
            </a:r>
          </a:p>
        </p:txBody>
      </p:sp>
      <p:sp>
        <p:nvSpPr>
          <p:cNvPr id="24" name="텍스트 개체 틀 22">
            <a:extLst>
              <a:ext uri="{FF2B5EF4-FFF2-40B4-BE49-F238E27FC236}">
                <a16:creationId xmlns:a16="http://schemas.microsoft.com/office/drawing/2014/main" id="{85819643-4EDD-8118-CE46-E2EA52F5A83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74004" y="4607118"/>
            <a:ext cx="2253020" cy="325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FontTx/>
              <a:buNone/>
              <a:defRPr lang="ko-KR" altLang="en-US" sz="1400" spc="-51" dirty="0" smtClean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  <a:lvl2pPr>
              <a:defRPr lang="ko-KR" altLang="en-US" sz="1800" dirty="0" smtClean="0"/>
            </a:lvl2pPr>
            <a:lvl3pPr>
              <a:defRPr lang="ko-KR" altLang="en-US" sz="1800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marL="0" lvl="0" defTabSz="457189" latinLnBrk="0"/>
            <a:r>
              <a:rPr lang="ko-KR" altLang="en-US" dirty="0"/>
              <a:t>제목을 입력하세요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5BEC0A6-4E97-482A-7905-6B9DF3A19D9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462" y="1152347"/>
            <a:ext cx="1456845" cy="1493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3A6CA3-5AA2-0704-AD28-CFDFFA03338E}"/>
              </a:ext>
            </a:extLst>
          </p:cNvPr>
          <p:cNvSpPr txBox="1"/>
          <p:nvPr userDrawn="1"/>
        </p:nvSpPr>
        <p:spPr>
          <a:xfrm>
            <a:off x="545214" y="1376243"/>
            <a:ext cx="21769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600" spc="-70">
                <a:solidFill>
                  <a:schemeClr val="tx2">
                    <a:lumMod val="50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</a:lstStyle>
          <a:p>
            <a:pPr algn="l"/>
            <a:r>
              <a:rPr lang="en-US" altLang="ko-KR" sz="1600" spc="0" dirty="0">
                <a:latin typeface="+mj-ea"/>
                <a:ea typeface="+mj-ea"/>
              </a:rPr>
              <a:t>TABLE OF CONTENTS</a:t>
            </a:r>
            <a:endParaRPr lang="ko-KR" altLang="en-US" sz="1600" spc="0" dirty="0">
              <a:latin typeface="+mj-ea"/>
              <a:ea typeface="+mj-ea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CE5EDDD-C526-CCF5-9584-92F02CBF1BE5}"/>
              </a:ext>
            </a:extLst>
          </p:cNvPr>
          <p:cNvCxnSpPr>
            <a:cxnSpLocks/>
          </p:cNvCxnSpPr>
          <p:nvPr userDrawn="1"/>
        </p:nvCxnSpPr>
        <p:spPr>
          <a:xfrm>
            <a:off x="3568135" y="4963855"/>
            <a:ext cx="21600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70686EAE-B51D-0421-C84D-9729E7509651}"/>
              </a:ext>
            </a:extLst>
          </p:cNvPr>
          <p:cNvCxnSpPr>
            <a:cxnSpLocks/>
          </p:cNvCxnSpPr>
          <p:nvPr userDrawn="1"/>
        </p:nvCxnSpPr>
        <p:spPr>
          <a:xfrm>
            <a:off x="6353346" y="4963855"/>
            <a:ext cx="21600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B1EB4CBD-C19D-9E5D-D5CC-9CD1CF319274}"/>
              </a:ext>
            </a:extLst>
          </p:cNvPr>
          <p:cNvSpPr/>
          <p:nvPr userDrawn="1"/>
        </p:nvSpPr>
        <p:spPr>
          <a:xfrm>
            <a:off x="7179735" y="3052233"/>
            <a:ext cx="137584" cy="137584"/>
          </a:xfrm>
          <a:prstGeom prst="ellipse">
            <a:avLst/>
          </a:prstGeom>
          <a:solidFill>
            <a:srgbClr val="A6AD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8BD8D91C-CFE0-A581-8CBF-A19929C9930D}"/>
              </a:ext>
            </a:extLst>
          </p:cNvPr>
          <p:cNvSpPr/>
          <p:nvPr userDrawn="1"/>
        </p:nvSpPr>
        <p:spPr>
          <a:xfrm>
            <a:off x="5901463" y="968199"/>
            <a:ext cx="79553" cy="7955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98D6BEF6-3312-DB2D-3D25-8E3F23D25328}"/>
              </a:ext>
            </a:extLst>
          </p:cNvPr>
          <p:cNvSpPr/>
          <p:nvPr userDrawn="1"/>
        </p:nvSpPr>
        <p:spPr>
          <a:xfrm>
            <a:off x="3826935" y="664633"/>
            <a:ext cx="137584" cy="137584"/>
          </a:xfrm>
          <a:prstGeom prst="ellipse">
            <a:avLst/>
          </a:prstGeom>
          <a:solidFill>
            <a:srgbClr val="A6ADD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25" name="텍스트 개체 틀 22">
            <a:extLst>
              <a:ext uri="{FF2B5EF4-FFF2-40B4-BE49-F238E27FC236}">
                <a16:creationId xmlns:a16="http://schemas.microsoft.com/office/drawing/2014/main" id="{DC6F003A-3DBE-AF91-AA4C-E2AEAACDDDC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216" y="4607118"/>
            <a:ext cx="2253020" cy="325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FontTx/>
              <a:buNone/>
              <a:defRPr lang="ko-KR" altLang="en-US" sz="1400" spc="-51" dirty="0" smtClean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  <a:lvl2pPr>
              <a:defRPr lang="ko-KR" altLang="en-US" sz="1800" dirty="0" smtClean="0"/>
            </a:lvl2pPr>
            <a:lvl3pPr>
              <a:defRPr lang="ko-KR" altLang="en-US" sz="1800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marL="0" lvl="0" defTabSz="457189" latinLnBrk="0"/>
            <a:r>
              <a:rPr lang="ko-KR" altLang="en-US" dirty="0"/>
              <a:t>제목을 입력하세요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1FE9924A-76C7-483D-B875-A15098FBB4C0}"/>
              </a:ext>
            </a:extLst>
          </p:cNvPr>
          <p:cNvSpPr/>
          <p:nvPr userDrawn="1"/>
        </p:nvSpPr>
        <p:spPr>
          <a:xfrm>
            <a:off x="2511858" y="3592726"/>
            <a:ext cx="338554" cy="338554"/>
          </a:xfrm>
          <a:prstGeom prst="ellipse">
            <a:avLst/>
          </a:prstGeom>
          <a:solidFill>
            <a:srgbClr val="A6ADD6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9E5898F9-800B-429D-AFD2-3FCBC058C605}"/>
              </a:ext>
            </a:extLst>
          </p:cNvPr>
          <p:cNvSpPr/>
          <p:nvPr userDrawn="1"/>
        </p:nvSpPr>
        <p:spPr>
          <a:xfrm>
            <a:off x="866430" y="5249009"/>
            <a:ext cx="226109" cy="226109"/>
          </a:xfrm>
          <a:prstGeom prst="ellipse">
            <a:avLst/>
          </a:prstGeom>
          <a:solidFill>
            <a:schemeClr val="accent1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14533506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_페이지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6FA7DCB-61B1-D032-7F31-A3291FD0AF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5130"/>
          <a:stretch/>
        </p:blipFill>
        <p:spPr>
          <a:xfrm>
            <a:off x="82497" y="0"/>
            <a:ext cx="9061504" cy="5550900"/>
          </a:xfrm>
          <a:prstGeom prst="rect">
            <a:avLst/>
          </a:prstGeom>
        </p:spPr>
      </p:pic>
      <p:sp>
        <p:nvSpPr>
          <p:cNvPr id="32" name="텍스트 개체 틀 31">
            <a:extLst>
              <a:ext uri="{FF2B5EF4-FFF2-40B4-BE49-F238E27FC236}">
                <a16:creationId xmlns:a16="http://schemas.microsoft.com/office/drawing/2014/main" id="{B21A4C96-C6FE-13EA-04B0-3BCF734024E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7103" y="4695918"/>
            <a:ext cx="2194675" cy="11291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ko-KR" altLang="en-US" sz="1100" kern="1200" dirty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ko-KR" altLang="en-US" dirty="0"/>
              <a:t>페이지 제목을 입력하세요</a:t>
            </a:r>
            <a:endParaRPr lang="en-US" altLang="ko-KR" dirty="0"/>
          </a:p>
          <a:p>
            <a:pPr lvl="0"/>
            <a:r>
              <a:rPr lang="ko-KR" altLang="en-US" dirty="0"/>
              <a:t>페이지 제목을 입력하세요</a:t>
            </a:r>
            <a:endParaRPr lang="en-US" altLang="ko-KR" dirty="0"/>
          </a:p>
          <a:p>
            <a:pPr lvl="0"/>
            <a:r>
              <a:rPr lang="ko-KR" altLang="en-US" dirty="0"/>
              <a:t>페이지 제목을 입력하세요</a:t>
            </a:r>
            <a:endParaRPr lang="en-US" altLang="ko-KR" dirty="0"/>
          </a:p>
          <a:p>
            <a:pPr lvl="0"/>
            <a:r>
              <a:rPr lang="ko-KR" altLang="en-US" dirty="0"/>
              <a:t>페이지 제목을 입력하세요</a:t>
            </a:r>
          </a:p>
        </p:txBody>
      </p:sp>
      <p:sp>
        <p:nvSpPr>
          <p:cNvPr id="33" name="텍스트 개체 틀 31">
            <a:extLst>
              <a:ext uri="{FF2B5EF4-FFF2-40B4-BE49-F238E27FC236}">
                <a16:creationId xmlns:a16="http://schemas.microsoft.com/office/drawing/2014/main" id="{866ED4BD-5376-B665-C460-4F7BE60146D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14232" y="4695918"/>
            <a:ext cx="442153" cy="11291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ko-KR" altLang="en-US" sz="1100" kern="1200" dirty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altLang="ko-KR" dirty="0"/>
              <a:t>3p</a:t>
            </a:r>
          </a:p>
          <a:p>
            <a:pPr lvl="0"/>
            <a:r>
              <a:rPr lang="en-US" altLang="ko-KR" dirty="0"/>
              <a:t>4p</a:t>
            </a:r>
          </a:p>
          <a:p>
            <a:pPr lvl="0"/>
            <a:r>
              <a:rPr lang="en-US" altLang="ko-KR" dirty="0"/>
              <a:t>5p</a:t>
            </a:r>
          </a:p>
          <a:p>
            <a:pPr lvl="0"/>
            <a:r>
              <a:rPr lang="en-US" altLang="ko-KR" dirty="0"/>
              <a:t>12p</a:t>
            </a:r>
            <a:endParaRPr lang="ko-KR" altLang="en-US" dirty="0"/>
          </a:p>
        </p:txBody>
      </p:sp>
      <p:sp>
        <p:nvSpPr>
          <p:cNvPr id="21" name="텍스트 개체 틀 22">
            <a:extLst>
              <a:ext uri="{FF2B5EF4-FFF2-40B4-BE49-F238E27FC236}">
                <a16:creationId xmlns:a16="http://schemas.microsoft.com/office/drawing/2014/main" id="{F2E15DB0-7F08-4AFA-56CB-768A62EBBE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75645" y="4210428"/>
            <a:ext cx="3080740" cy="325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FontTx/>
              <a:buNone/>
              <a:defRPr lang="ko-KR" altLang="en-US" sz="1400" spc="-51" dirty="0" smtClean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  <a:lvl2pPr>
              <a:defRPr lang="ko-KR" altLang="en-US" sz="1800" dirty="0" smtClean="0"/>
            </a:lvl2pPr>
            <a:lvl3pPr>
              <a:defRPr lang="ko-KR" altLang="en-US" sz="1800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marL="0" lvl="0" defTabSz="457189" latinLnBrk="0"/>
            <a:r>
              <a:rPr lang="ko-KR" altLang="en-US" dirty="0"/>
              <a:t>제목을 입력하세요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AC8E6660-B4E0-E33F-F933-89D94BEF59DF}"/>
              </a:ext>
            </a:extLst>
          </p:cNvPr>
          <p:cNvSpPr/>
          <p:nvPr userDrawn="1"/>
        </p:nvSpPr>
        <p:spPr>
          <a:xfrm>
            <a:off x="7179735" y="3052233"/>
            <a:ext cx="137584" cy="137584"/>
          </a:xfrm>
          <a:prstGeom prst="ellipse">
            <a:avLst/>
          </a:prstGeom>
          <a:solidFill>
            <a:srgbClr val="A6AD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4768F94C-BD7C-7DD5-0B46-1FAB4F4BBDAE}"/>
              </a:ext>
            </a:extLst>
          </p:cNvPr>
          <p:cNvSpPr/>
          <p:nvPr userDrawn="1"/>
        </p:nvSpPr>
        <p:spPr>
          <a:xfrm>
            <a:off x="5901463" y="968199"/>
            <a:ext cx="79553" cy="7955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64AA6C7A-F6C3-D1E3-7B22-3CD785A66236}"/>
              </a:ext>
            </a:extLst>
          </p:cNvPr>
          <p:cNvSpPr/>
          <p:nvPr userDrawn="1"/>
        </p:nvSpPr>
        <p:spPr>
          <a:xfrm>
            <a:off x="3826935" y="664633"/>
            <a:ext cx="137584" cy="137584"/>
          </a:xfrm>
          <a:prstGeom prst="ellipse">
            <a:avLst/>
          </a:prstGeom>
          <a:solidFill>
            <a:srgbClr val="A6ADD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0DD6195-6491-331A-777E-BDA9A3092A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462" y="1152347"/>
            <a:ext cx="1456845" cy="1493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B2EE352-7DBE-640A-E05A-60F682BCF7B5}"/>
              </a:ext>
            </a:extLst>
          </p:cNvPr>
          <p:cNvSpPr txBox="1"/>
          <p:nvPr userDrawn="1"/>
        </p:nvSpPr>
        <p:spPr>
          <a:xfrm>
            <a:off x="545214" y="1376243"/>
            <a:ext cx="21769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600" spc="-70">
                <a:solidFill>
                  <a:schemeClr val="tx2">
                    <a:lumMod val="50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</a:lstStyle>
          <a:p>
            <a:pPr algn="l"/>
            <a:r>
              <a:rPr lang="en-US" altLang="ko-KR" sz="1600" spc="0" dirty="0">
                <a:latin typeface="+mj-ea"/>
                <a:ea typeface="+mj-ea"/>
              </a:rPr>
              <a:t>TABLE OF CONTENTS</a:t>
            </a:r>
            <a:endParaRPr lang="ko-KR" altLang="en-US" sz="1600" spc="0" dirty="0">
              <a:latin typeface="+mj-ea"/>
              <a:ea typeface="+mj-ea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1F3FA4A7-E5CE-2A01-DC54-DD5C409F9A44}"/>
              </a:ext>
            </a:extLst>
          </p:cNvPr>
          <p:cNvSpPr/>
          <p:nvPr userDrawn="1"/>
        </p:nvSpPr>
        <p:spPr>
          <a:xfrm>
            <a:off x="2511858" y="3592726"/>
            <a:ext cx="338554" cy="338554"/>
          </a:xfrm>
          <a:prstGeom prst="ellipse">
            <a:avLst/>
          </a:prstGeom>
          <a:solidFill>
            <a:srgbClr val="A6ADD6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C1B99F5D-E814-B17B-B154-452A3EE04247}"/>
              </a:ext>
            </a:extLst>
          </p:cNvPr>
          <p:cNvSpPr/>
          <p:nvPr userDrawn="1"/>
        </p:nvSpPr>
        <p:spPr>
          <a:xfrm>
            <a:off x="866430" y="5249009"/>
            <a:ext cx="226109" cy="226109"/>
          </a:xfrm>
          <a:prstGeom prst="ellipse">
            <a:avLst/>
          </a:prstGeom>
          <a:solidFill>
            <a:schemeClr val="accent1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D55F8BD5-F554-4428-961E-235506ECA476}"/>
              </a:ext>
            </a:extLst>
          </p:cNvPr>
          <p:cNvCxnSpPr/>
          <p:nvPr userDrawn="1"/>
        </p:nvCxnSpPr>
        <p:spPr>
          <a:xfrm>
            <a:off x="5278967" y="4569753"/>
            <a:ext cx="288555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747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_페이지제목_chapter 없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6FA7DCB-61B1-D032-7F31-A3291FD0AF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5130"/>
          <a:stretch/>
        </p:blipFill>
        <p:spPr>
          <a:xfrm>
            <a:off x="82497" y="0"/>
            <a:ext cx="9061504" cy="5550900"/>
          </a:xfrm>
          <a:prstGeom prst="rect">
            <a:avLst/>
          </a:prstGeom>
        </p:spPr>
      </p:pic>
      <p:sp>
        <p:nvSpPr>
          <p:cNvPr id="32" name="텍스트 개체 틀 31">
            <a:extLst>
              <a:ext uri="{FF2B5EF4-FFF2-40B4-BE49-F238E27FC236}">
                <a16:creationId xmlns:a16="http://schemas.microsoft.com/office/drawing/2014/main" id="{B21A4C96-C6FE-13EA-04B0-3BCF734024E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7103" y="4695918"/>
            <a:ext cx="2194675" cy="11291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ko-KR" altLang="en-US" sz="1100" kern="1200" dirty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ko-KR" altLang="en-US" dirty="0"/>
              <a:t>페이지 제목을 입력하세요</a:t>
            </a:r>
            <a:endParaRPr lang="en-US" altLang="ko-KR" dirty="0"/>
          </a:p>
          <a:p>
            <a:pPr lvl="0"/>
            <a:r>
              <a:rPr lang="ko-KR" altLang="en-US" dirty="0"/>
              <a:t>페이지 제목을 입력하세요</a:t>
            </a:r>
            <a:endParaRPr lang="en-US" altLang="ko-KR" dirty="0"/>
          </a:p>
          <a:p>
            <a:pPr lvl="0"/>
            <a:r>
              <a:rPr lang="ko-KR" altLang="en-US" dirty="0"/>
              <a:t>페이지 제목을 입력하세요</a:t>
            </a:r>
            <a:endParaRPr lang="en-US" altLang="ko-KR" dirty="0"/>
          </a:p>
          <a:p>
            <a:pPr lvl="0"/>
            <a:r>
              <a:rPr lang="ko-KR" altLang="en-US" dirty="0"/>
              <a:t>페이지 제목을 입력하세요</a:t>
            </a:r>
          </a:p>
        </p:txBody>
      </p:sp>
      <p:sp>
        <p:nvSpPr>
          <p:cNvPr id="33" name="텍스트 개체 틀 31">
            <a:extLst>
              <a:ext uri="{FF2B5EF4-FFF2-40B4-BE49-F238E27FC236}">
                <a16:creationId xmlns:a16="http://schemas.microsoft.com/office/drawing/2014/main" id="{866ED4BD-5376-B665-C460-4F7BE60146D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14232" y="4695918"/>
            <a:ext cx="442153" cy="11291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ko-KR" altLang="en-US" sz="1100" kern="1200" dirty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altLang="ko-KR" dirty="0"/>
              <a:t>3p</a:t>
            </a:r>
          </a:p>
          <a:p>
            <a:pPr lvl="0"/>
            <a:r>
              <a:rPr lang="en-US" altLang="ko-KR" dirty="0"/>
              <a:t>4p</a:t>
            </a:r>
          </a:p>
          <a:p>
            <a:pPr lvl="0"/>
            <a:r>
              <a:rPr lang="en-US" altLang="ko-KR" dirty="0"/>
              <a:t>5p</a:t>
            </a:r>
          </a:p>
          <a:p>
            <a:pPr lvl="0"/>
            <a:r>
              <a:rPr lang="en-US" altLang="ko-KR" dirty="0"/>
              <a:t>12p</a:t>
            </a:r>
            <a:endParaRPr lang="ko-KR" altLang="en-US" dirty="0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AC8E6660-B4E0-E33F-F933-89D94BEF59DF}"/>
              </a:ext>
            </a:extLst>
          </p:cNvPr>
          <p:cNvSpPr/>
          <p:nvPr userDrawn="1"/>
        </p:nvSpPr>
        <p:spPr>
          <a:xfrm>
            <a:off x="7179735" y="3052233"/>
            <a:ext cx="137584" cy="137584"/>
          </a:xfrm>
          <a:prstGeom prst="ellipse">
            <a:avLst/>
          </a:prstGeom>
          <a:solidFill>
            <a:srgbClr val="A6AD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4768F94C-BD7C-7DD5-0B46-1FAB4F4BBDAE}"/>
              </a:ext>
            </a:extLst>
          </p:cNvPr>
          <p:cNvSpPr/>
          <p:nvPr userDrawn="1"/>
        </p:nvSpPr>
        <p:spPr>
          <a:xfrm>
            <a:off x="5901463" y="968199"/>
            <a:ext cx="79553" cy="7955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64AA6C7A-F6C3-D1E3-7B22-3CD785A66236}"/>
              </a:ext>
            </a:extLst>
          </p:cNvPr>
          <p:cNvSpPr/>
          <p:nvPr userDrawn="1"/>
        </p:nvSpPr>
        <p:spPr>
          <a:xfrm>
            <a:off x="3826935" y="664633"/>
            <a:ext cx="137584" cy="137584"/>
          </a:xfrm>
          <a:prstGeom prst="ellipse">
            <a:avLst/>
          </a:prstGeom>
          <a:solidFill>
            <a:srgbClr val="A6ADD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0DD6195-6491-331A-777E-BDA9A3092A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462" y="1152347"/>
            <a:ext cx="1456845" cy="1493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B2EE352-7DBE-640A-E05A-60F682BCF7B5}"/>
              </a:ext>
            </a:extLst>
          </p:cNvPr>
          <p:cNvSpPr txBox="1"/>
          <p:nvPr userDrawn="1"/>
        </p:nvSpPr>
        <p:spPr>
          <a:xfrm>
            <a:off x="545214" y="1376243"/>
            <a:ext cx="21769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600" spc="-70">
                <a:solidFill>
                  <a:schemeClr val="tx2">
                    <a:lumMod val="50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</a:lstStyle>
          <a:p>
            <a:pPr algn="l"/>
            <a:r>
              <a:rPr lang="en-US" altLang="ko-KR" sz="1600" spc="0" dirty="0">
                <a:latin typeface="+mj-ea"/>
                <a:ea typeface="+mj-ea"/>
              </a:rPr>
              <a:t>TABLE OF CONTENTS</a:t>
            </a:r>
            <a:endParaRPr lang="ko-KR" altLang="en-US" sz="1600" spc="0" dirty="0">
              <a:latin typeface="+mj-ea"/>
              <a:ea typeface="+mj-ea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1F3FA4A7-E5CE-2A01-DC54-DD5C409F9A44}"/>
              </a:ext>
            </a:extLst>
          </p:cNvPr>
          <p:cNvSpPr/>
          <p:nvPr userDrawn="1"/>
        </p:nvSpPr>
        <p:spPr>
          <a:xfrm>
            <a:off x="2511858" y="3592726"/>
            <a:ext cx="338554" cy="338554"/>
          </a:xfrm>
          <a:prstGeom prst="ellipse">
            <a:avLst/>
          </a:prstGeom>
          <a:solidFill>
            <a:srgbClr val="A6ADD6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C1B99F5D-E814-B17B-B154-452A3EE04247}"/>
              </a:ext>
            </a:extLst>
          </p:cNvPr>
          <p:cNvSpPr/>
          <p:nvPr userDrawn="1"/>
        </p:nvSpPr>
        <p:spPr>
          <a:xfrm>
            <a:off x="866430" y="5249009"/>
            <a:ext cx="226109" cy="226109"/>
          </a:xfrm>
          <a:prstGeom prst="ellipse">
            <a:avLst/>
          </a:prstGeom>
          <a:solidFill>
            <a:schemeClr val="accent1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2686360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FE54452-7FD0-657A-1F2D-D297E442B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376" y="6492879"/>
            <a:ext cx="423333" cy="365125"/>
          </a:xfrm>
        </p:spPr>
        <p:txBody>
          <a:bodyPr/>
          <a:lstStyle>
            <a:lvl1pPr algn="r">
              <a:defRPr sz="700">
                <a:solidFill>
                  <a:schemeClr val="bg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dirty="0"/>
          </a:p>
        </p:txBody>
      </p:sp>
      <p:pic>
        <p:nvPicPr>
          <p:cNvPr id="6" name="그래픽 5">
            <a:extLst>
              <a:ext uri="{FF2B5EF4-FFF2-40B4-BE49-F238E27FC236}">
                <a16:creationId xmlns:a16="http://schemas.microsoft.com/office/drawing/2014/main" id="{69D232EE-31E2-C8ED-C6A7-F27960CBA9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059" t="-19957" r="2368" b="10975"/>
          <a:stretch/>
        </p:blipFill>
        <p:spPr>
          <a:xfrm>
            <a:off x="0" y="1439924"/>
            <a:ext cx="9144000" cy="5418076"/>
          </a:xfrm>
          <a:prstGeom prst="rect">
            <a:avLst/>
          </a:prstGeom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14B5D0A1-D498-0F76-F8D5-E764FDDA3A81}"/>
              </a:ext>
            </a:extLst>
          </p:cNvPr>
          <p:cNvSpPr/>
          <p:nvPr userDrawn="1"/>
        </p:nvSpPr>
        <p:spPr>
          <a:xfrm>
            <a:off x="1540042" y="3353402"/>
            <a:ext cx="199724" cy="19972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8AB9024-B0A9-7454-3A53-F627B35A5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3070861"/>
            <a:ext cx="7886700" cy="369332"/>
          </a:xfrm>
        </p:spPr>
        <p:txBody>
          <a:bodyPr anchor="b">
            <a:spAutoFit/>
          </a:bodyPr>
          <a:lstStyle>
            <a:lvl1pPr algn="ctr">
              <a:defRPr lang="ko-KR" altLang="en-US" sz="2000" spc="-100" baseline="0">
                <a:solidFill>
                  <a:schemeClr val="bg1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pPr marL="0" lvl="0" algn="ctr"/>
            <a:r>
              <a:rPr lang="ko-KR" altLang="en-US" dirty="0"/>
              <a:t>간지 내용을 입력하세요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846B12FA-6F28-714D-9019-455ABEE11D96}"/>
              </a:ext>
            </a:extLst>
          </p:cNvPr>
          <p:cNvSpPr/>
          <p:nvPr userDrawn="1"/>
        </p:nvSpPr>
        <p:spPr>
          <a:xfrm>
            <a:off x="6813083" y="4567258"/>
            <a:ext cx="316029" cy="316029"/>
          </a:xfrm>
          <a:prstGeom prst="ellipse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AF6002C5-8F47-526E-33DD-1B6646248FC0}"/>
              </a:ext>
            </a:extLst>
          </p:cNvPr>
          <p:cNvSpPr/>
          <p:nvPr userDrawn="1"/>
        </p:nvSpPr>
        <p:spPr>
          <a:xfrm>
            <a:off x="835795" y="5270700"/>
            <a:ext cx="95450" cy="9545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5F48A56-5D8E-201E-CF21-74EE5D3C4E5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4482" y="2850741"/>
            <a:ext cx="955040" cy="97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186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2" y="215400"/>
            <a:ext cx="7183166" cy="258532"/>
          </a:xfrm>
        </p:spPr>
        <p:txBody>
          <a:bodyPr>
            <a:sp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37C03F5-C920-BFDB-F97F-D5511DE030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41" y="291169"/>
            <a:ext cx="935457" cy="95905"/>
          </a:xfrm>
          <a:prstGeom prst="rect">
            <a:avLst/>
          </a:prstGeom>
        </p:spPr>
      </p:pic>
      <p:cxnSp>
        <p:nvCxnSpPr>
          <p:cNvPr id="7" name="직선 연결선[R] 17">
            <a:extLst>
              <a:ext uri="{FF2B5EF4-FFF2-40B4-BE49-F238E27FC236}">
                <a16:creationId xmlns:a16="http://schemas.microsoft.com/office/drawing/2014/main" id="{F154D924-1BCF-6A17-07A5-913E50EEA135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8424000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9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tx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66745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16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gray">
    <p:bg>
      <p:bgPr>
        <a:solidFill>
          <a:srgbClr val="F0F0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2" y="215400"/>
            <a:ext cx="7183166" cy="258532"/>
          </a:xfrm>
        </p:spPr>
        <p:txBody>
          <a:bodyPr>
            <a:sp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37C03F5-C920-BFDB-F97F-D5511DE030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41" y="291169"/>
            <a:ext cx="935457" cy="95905"/>
          </a:xfrm>
          <a:prstGeom prst="rect">
            <a:avLst/>
          </a:prstGeom>
        </p:spPr>
      </p:pic>
      <p:cxnSp>
        <p:nvCxnSpPr>
          <p:cNvPr id="7" name="직선 연결선[R] 17">
            <a:extLst>
              <a:ext uri="{FF2B5EF4-FFF2-40B4-BE49-F238E27FC236}">
                <a16:creationId xmlns:a16="http://schemas.microsoft.com/office/drawing/2014/main" id="{F154D924-1BCF-6A17-07A5-913E50EEA135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8424000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9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tx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87505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2" y="215400"/>
            <a:ext cx="7183166" cy="258532"/>
          </a:xfrm>
        </p:spPr>
        <p:txBody>
          <a:bodyPr>
            <a:spAutoFit/>
          </a:bodyPr>
          <a:lstStyle>
            <a:lvl1pPr>
              <a:defRPr sz="1200">
                <a:solidFill>
                  <a:schemeClr val="bg1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37C03F5-C920-BFDB-F97F-D5511DE030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41" y="291169"/>
            <a:ext cx="935457" cy="95905"/>
          </a:xfrm>
          <a:prstGeom prst="rect">
            <a:avLst/>
          </a:prstGeom>
        </p:spPr>
      </p:pic>
      <p:cxnSp>
        <p:nvCxnSpPr>
          <p:cNvPr id="7" name="직선 연결선[R] 17">
            <a:extLst>
              <a:ext uri="{FF2B5EF4-FFF2-40B4-BE49-F238E27FC236}">
                <a16:creationId xmlns:a16="http://schemas.microsoft.com/office/drawing/2014/main" id="{F154D924-1BCF-6A17-07A5-913E50EEA135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8424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9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bg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92106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dark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2" y="215400"/>
            <a:ext cx="7183166" cy="258532"/>
          </a:xfrm>
        </p:spPr>
        <p:txBody>
          <a:bodyPr>
            <a:spAutoFit/>
          </a:bodyPr>
          <a:lstStyle>
            <a:lvl1pPr>
              <a:defRPr sz="1200">
                <a:solidFill>
                  <a:schemeClr val="bg1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37C03F5-C920-BFDB-F97F-D5511DE030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41" y="291169"/>
            <a:ext cx="935457" cy="95905"/>
          </a:xfrm>
          <a:prstGeom prst="rect">
            <a:avLst/>
          </a:prstGeom>
        </p:spPr>
      </p:pic>
      <p:cxnSp>
        <p:nvCxnSpPr>
          <p:cNvPr id="7" name="직선 연결선[R] 17">
            <a:extLst>
              <a:ext uri="{FF2B5EF4-FFF2-40B4-BE49-F238E27FC236}">
                <a16:creationId xmlns:a16="http://schemas.microsoft.com/office/drawing/2014/main" id="{F154D924-1BCF-6A17-07A5-913E50EEA135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8424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9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bg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76828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오른쪽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6461854" y="0"/>
            <a:ext cx="2682149" cy="6858000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3" y="215400"/>
            <a:ext cx="5842969" cy="258532"/>
          </a:xfrm>
        </p:spPr>
        <p:txBody>
          <a:bodyPr>
            <a:sp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9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tx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41" y="291169"/>
            <a:ext cx="935457" cy="95905"/>
          </a:xfrm>
          <a:prstGeom prst="rect">
            <a:avLst/>
          </a:prstGeom>
        </p:spPr>
      </p:pic>
      <p:cxnSp>
        <p:nvCxnSpPr>
          <p:cNvPr id="4" name="직선 연결선[R] 17">
            <a:extLst>
              <a:ext uri="{FF2B5EF4-FFF2-40B4-BE49-F238E27FC236}">
                <a16:creationId xmlns:a16="http://schemas.microsoft.com/office/drawing/2014/main" id="{AFE2F2D2-F49B-9B7D-4BFE-109C1FEB8753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5756320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00049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오른쪽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6461854" y="0"/>
            <a:ext cx="268214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3" y="215400"/>
            <a:ext cx="5842969" cy="258532"/>
          </a:xfrm>
        </p:spPr>
        <p:txBody>
          <a:bodyPr>
            <a:sp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cxnSp>
        <p:nvCxnSpPr>
          <p:cNvPr id="7" name="직선 연결선[R] 17">
            <a:extLst>
              <a:ext uri="{FF2B5EF4-FFF2-40B4-BE49-F238E27FC236}">
                <a16:creationId xmlns:a16="http://schemas.microsoft.com/office/drawing/2014/main" id="{F154D924-1BCF-6A17-07A5-913E50EEA135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5756320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9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bg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41" y="291169"/>
            <a:ext cx="935457" cy="9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1404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오른쪽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6461854" y="0"/>
            <a:ext cx="2682149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3" y="215400"/>
            <a:ext cx="5842969" cy="258532"/>
          </a:xfrm>
        </p:spPr>
        <p:txBody>
          <a:bodyPr>
            <a:sp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cxnSp>
        <p:nvCxnSpPr>
          <p:cNvPr id="7" name="직선 연결선[R] 17">
            <a:extLst>
              <a:ext uri="{FF2B5EF4-FFF2-40B4-BE49-F238E27FC236}">
                <a16:creationId xmlns:a16="http://schemas.microsoft.com/office/drawing/2014/main" id="{F154D924-1BCF-6A17-07A5-913E50EEA135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5756320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9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bg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41" y="291169"/>
            <a:ext cx="935457" cy="9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860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하단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55C9DEE1-FF56-A4E9-3801-60197FD2AFBA}"/>
              </a:ext>
            </a:extLst>
          </p:cNvPr>
          <p:cNvSpPr/>
          <p:nvPr userDrawn="1"/>
        </p:nvSpPr>
        <p:spPr>
          <a:xfrm>
            <a:off x="2" y="4734561"/>
            <a:ext cx="9144001" cy="2123438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3" y="215400"/>
            <a:ext cx="7153609" cy="258532"/>
          </a:xfrm>
        </p:spPr>
        <p:txBody>
          <a:bodyPr>
            <a:sp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9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tx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41" y="291169"/>
            <a:ext cx="935457" cy="95905"/>
          </a:xfrm>
          <a:prstGeom prst="rect">
            <a:avLst/>
          </a:prstGeom>
        </p:spPr>
      </p:pic>
      <p:cxnSp>
        <p:nvCxnSpPr>
          <p:cNvPr id="4" name="직선 연결선[R] 17">
            <a:extLst>
              <a:ext uri="{FF2B5EF4-FFF2-40B4-BE49-F238E27FC236}">
                <a16:creationId xmlns:a16="http://schemas.microsoft.com/office/drawing/2014/main" id="{317DCD4A-01CF-C73C-485F-C27934601B8B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8424000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40993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하단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2" y="4734561"/>
            <a:ext cx="9144001" cy="212343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3" y="215400"/>
            <a:ext cx="7153609" cy="258532"/>
          </a:xfrm>
        </p:spPr>
        <p:txBody>
          <a:bodyPr>
            <a:sp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9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bg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41" y="291169"/>
            <a:ext cx="935457" cy="95905"/>
          </a:xfrm>
          <a:prstGeom prst="rect">
            <a:avLst/>
          </a:prstGeom>
        </p:spPr>
      </p:pic>
      <p:cxnSp>
        <p:nvCxnSpPr>
          <p:cNvPr id="4" name="직선 연결선[R] 17">
            <a:extLst>
              <a:ext uri="{FF2B5EF4-FFF2-40B4-BE49-F238E27FC236}">
                <a16:creationId xmlns:a16="http://schemas.microsoft.com/office/drawing/2014/main" id="{317DCD4A-01CF-C73C-485F-C27934601B8B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8424000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26808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하단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2" y="4734561"/>
            <a:ext cx="9144001" cy="212343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3" y="215400"/>
            <a:ext cx="7153609" cy="258532"/>
          </a:xfrm>
        </p:spPr>
        <p:txBody>
          <a:bodyPr>
            <a:sp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9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bg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41" y="291169"/>
            <a:ext cx="935457" cy="95905"/>
          </a:xfrm>
          <a:prstGeom prst="rect">
            <a:avLst/>
          </a:prstGeom>
        </p:spPr>
      </p:pic>
      <p:cxnSp>
        <p:nvCxnSpPr>
          <p:cNvPr id="4" name="직선 연결선[R] 17">
            <a:extLst>
              <a:ext uri="{FF2B5EF4-FFF2-40B4-BE49-F238E27FC236}">
                <a16:creationId xmlns:a16="http://schemas.microsoft.com/office/drawing/2014/main" id="{317DCD4A-01CF-C73C-485F-C27934601B8B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8424000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27433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오른쪽 gray_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6202681" y="833123"/>
            <a:ext cx="2941321" cy="5485875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3" y="215400"/>
            <a:ext cx="7153609" cy="258532"/>
          </a:xfrm>
        </p:spPr>
        <p:txBody>
          <a:bodyPr>
            <a:sp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9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tx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41" y="291169"/>
            <a:ext cx="935457" cy="95905"/>
          </a:xfrm>
          <a:prstGeom prst="rect">
            <a:avLst/>
          </a:prstGeom>
        </p:spPr>
      </p:pic>
      <p:cxnSp>
        <p:nvCxnSpPr>
          <p:cNvPr id="4" name="직선 연결선[R] 17">
            <a:extLst>
              <a:ext uri="{FF2B5EF4-FFF2-40B4-BE49-F238E27FC236}">
                <a16:creationId xmlns:a16="http://schemas.microsoft.com/office/drawing/2014/main" id="{317DCD4A-01CF-C73C-485F-C27934601B8B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8424000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03240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오른쪽 blue_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6202681" y="833123"/>
            <a:ext cx="2941321" cy="54858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3" y="215400"/>
            <a:ext cx="7153609" cy="258532"/>
          </a:xfrm>
        </p:spPr>
        <p:txBody>
          <a:bodyPr>
            <a:sp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9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tx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41" y="291169"/>
            <a:ext cx="935457" cy="95905"/>
          </a:xfrm>
          <a:prstGeom prst="rect">
            <a:avLst/>
          </a:prstGeom>
        </p:spPr>
      </p:pic>
      <p:cxnSp>
        <p:nvCxnSpPr>
          <p:cNvPr id="4" name="직선 연결선[R] 17">
            <a:extLst>
              <a:ext uri="{FF2B5EF4-FFF2-40B4-BE49-F238E27FC236}">
                <a16:creationId xmlns:a16="http://schemas.microsoft.com/office/drawing/2014/main" id="{317DCD4A-01CF-C73C-485F-C27934601B8B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8424000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28899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오른쪽 dark_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6202681" y="833123"/>
            <a:ext cx="2941321" cy="548587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3" y="215400"/>
            <a:ext cx="7153609" cy="258532"/>
          </a:xfrm>
        </p:spPr>
        <p:txBody>
          <a:bodyPr>
            <a:sp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9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tx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41" y="291169"/>
            <a:ext cx="935457" cy="95905"/>
          </a:xfrm>
          <a:prstGeom prst="rect">
            <a:avLst/>
          </a:prstGeom>
        </p:spPr>
      </p:pic>
      <p:cxnSp>
        <p:nvCxnSpPr>
          <p:cNvPr id="4" name="직선 연결선[R] 17">
            <a:extLst>
              <a:ext uri="{FF2B5EF4-FFF2-40B4-BE49-F238E27FC236}">
                <a16:creationId xmlns:a16="http://schemas.microsoft.com/office/drawing/2014/main" id="{317DCD4A-01CF-C73C-485F-C27934601B8B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8424000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92418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49993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래픽 6">
            <a:extLst>
              <a:ext uri="{FF2B5EF4-FFF2-40B4-BE49-F238E27FC236}">
                <a16:creationId xmlns:a16="http://schemas.microsoft.com/office/drawing/2014/main" id="{F00AA3A2-A2C8-3AC7-1600-A60BA226FA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029" t="-23096" r="230" b="-1"/>
          <a:stretch/>
        </p:blipFill>
        <p:spPr>
          <a:xfrm>
            <a:off x="0" y="548649"/>
            <a:ext cx="9144000" cy="582016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AB7E129-3704-6D23-EF6B-D65E3083892B}"/>
              </a:ext>
            </a:extLst>
          </p:cNvPr>
          <p:cNvSpPr txBox="1"/>
          <p:nvPr userDrawn="1"/>
        </p:nvSpPr>
        <p:spPr>
          <a:xfrm>
            <a:off x="3706220" y="673223"/>
            <a:ext cx="17315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Software for Safe World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latin typeface="나눔스퀘어 네오 OTF ExtraBold" panose="00000900000000000000" pitchFamily="50" charset="-127"/>
              <a:ea typeface="나눔스퀘어 네오 OTF ExtraBold" panose="00000900000000000000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02C2962-13CA-67D6-7DB9-C31BEE4A5A4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5902" y="506246"/>
            <a:ext cx="1092200" cy="11197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8C79F16-CE91-413D-96B1-8646B8829D68}"/>
              </a:ext>
            </a:extLst>
          </p:cNvPr>
          <p:cNvSpPr txBox="1"/>
          <p:nvPr/>
        </p:nvSpPr>
        <p:spPr>
          <a:xfrm>
            <a:off x="5229736" y="6301432"/>
            <a:ext cx="3554114" cy="224036"/>
          </a:xfrm>
          <a:prstGeom prst="rect">
            <a:avLst/>
          </a:prstGeom>
          <a:ln>
            <a:noFill/>
          </a:ln>
        </p:spPr>
        <p:txBody>
          <a:bodyPr vert="horz" wrap="square" lIns="90000" tIns="45720" rIns="0" bIns="45720" rtlCol="0">
            <a:spAutoFit/>
          </a:bodyPr>
          <a:lstStyle>
            <a:defPPr>
              <a:defRPr lang="en-US"/>
            </a:defPPr>
            <a:lvl1pPr marR="0" lvl="0" indent="0" algn="r" defTabSz="914377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50" b="0" i="0" u="none" strike="noStrike" cap="none" spc="-30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effectLst/>
                <a:uLnTx/>
                <a:uFillTx/>
                <a:latin typeface="+mn-ea"/>
                <a:cs typeface="Segoe UI" panose="020B0502040204020203" pitchFamily="34" charset="0"/>
              </a:defRPr>
            </a:lvl1pPr>
            <a:lvl2pPr marL="265113" marR="0" indent="-265113" defTabSz="914377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>
                <a:tab pos="0" algn="l"/>
                <a:tab pos="265113" algn="l"/>
              </a:tabLst>
              <a:defRPr kumimoji="0" sz="16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2pPr>
            <a:lvl3pPr marL="623888" marR="0" indent="-265113" defTabSz="628635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>
                <a:tab pos="444500" algn="l"/>
              </a:tabLst>
              <a:defRPr kumimoji="0" sz="14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3pPr>
            <a:lvl4pPr marL="982663" marR="0" indent="-265113" defTabSz="914377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SpoqaHanSans-Regular" panose="020B0500000000000000" pitchFamily="50" charset="-127"/>
              <a:buChar char="-"/>
              <a:tabLst>
                <a:tab pos="444500" algn="l"/>
              </a:tabLst>
              <a:defRPr kumimoji="0" sz="12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4pPr>
            <a:lvl5pPr marL="1341438" marR="0" indent="-265113" defTabSz="581011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맑은 고딕" panose="020B0503020000020004" pitchFamily="50" charset="-127"/>
              <a:buChar char="-"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x-none" sz="951" dirty="0"/>
              <a:t>ⓒ 2026. </a:t>
            </a:r>
            <a:r>
              <a:rPr lang="en-US" altLang="x-none" sz="951" dirty="0" err="1"/>
              <a:t>Suresofttech</a:t>
            </a:r>
            <a:r>
              <a:rPr lang="en-US" altLang="x-none" sz="951" dirty="0"/>
              <a:t> Inc. All rights reserved.</a:t>
            </a:r>
            <a:endParaRPr lang="x-none" altLang="en-US" sz="95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2F1A4F-62F5-46A4-8EF0-D406C19CB50E}"/>
              </a:ext>
            </a:extLst>
          </p:cNvPr>
          <p:cNvSpPr txBox="1"/>
          <p:nvPr userDrawn="1"/>
        </p:nvSpPr>
        <p:spPr>
          <a:xfrm>
            <a:off x="3512449" y="2823595"/>
            <a:ext cx="2119106" cy="625043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878"/>
                </a:solidFill>
                <a:effectLst/>
                <a:uLnTx/>
                <a:uFillTx/>
                <a:latin typeface="나눔스퀘어 네오 OTF Heavy" panose="00000A00000000000000" pitchFamily="50" charset="-127"/>
                <a:ea typeface="나눔스퀘어 네오 OTF Heavy" panose="00000A00000000000000" pitchFamily="50" charset="-127"/>
                <a:cs typeface="+mj-cs"/>
              </a:rPr>
              <a:t>Thank You</a:t>
            </a:r>
            <a:endParaRPr lang="ko-KR" altLang="en-US" sz="3200" dirty="0">
              <a:solidFill>
                <a:srgbClr val="002878"/>
              </a:solidFill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83958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제목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날짜 개체 틀 13">
            <a:extLst>
              <a:ext uri="{FF2B5EF4-FFF2-40B4-BE49-F238E27FC236}">
                <a16:creationId xmlns:a16="http://schemas.microsoft.com/office/drawing/2014/main" id="{03FFA564-52AC-B048-8306-BBE33A84A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x-none" altLang="en-US"/>
          </a:p>
        </p:txBody>
      </p:sp>
      <p:sp>
        <p:nvSpPr>
          <p:cNvPr id="15" name="바닥글 개체 틀 14">
            <a:extLst>
              <a:ext uri="{FF2B5EF4-FFF2-40B4-BE49-F238E27FC236}">
                <a16:creationId xmlns:a16="http://schemas.microsoft.com/office/drawing/2014/main" id="{4E54E667-CCE4-B248-A865-D740AF1C0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x-none" alt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631EE639-32F2-F448-A10F-42C83F5480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4000" y="304608"/>
            <a:ext cx="342000" cy="201145"/>
          </a:xfrm>
          <a:prstGeom prst="rect">
            <a:avLst/>
          </a:prstGeom>
        </p:spPr>
        <p:txBody>
          <a:bodyPr vert="horz" lIns="0" tIns="0" rIns="0" bIns="46800" rtlCol="0" anchor="ctr">
            <a:spAutoFit/>
          </a:bodyPr>
          <a:lstStyle>
            <a:lvl1pPr algn="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OTF Regular" panose="00000500000000000000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fld id="{9900B02E-8AB5-43FE-AC7E-4FB227A4939C}" type="slidenum">
              <a:rPr lang="en-US" altLang="ko-KR" smtClean="0"/>
              <a:pPr/>
              <a:t>‹#›</a:t>
            </a:fld>
            <a:endParaRPr lang="en-US" dirty="0"/>
          </a:p>
        </p:txBody>
      </p:sp>
      <p:cxnSp>
        <p:nvCxnSpPr>
          <p:cNvPr id="18" name="직선 연결선[R] 17">
            <a:extLst>
              <a:ext uri="{FF2B5EF4-FFF2-40B4-BE49-F238E27FC236}">
                <a16:creationId xmlns:a16="http://schemas.microsoft.com/office/drawing/2014/main" id="{FF3EFFCF-8EA0-DA4B-8D39-C44C0ACB3D85}"/>
              </a:ext>
            </a:extLst>
          </p:cNvPr>
          <p:cNvCxnSpPr>
            <a:cxnSpLocks/>
          </p:cNvCxnSpPr>
          <p:nvPr/>
        </p:nvCxnSpPr>
        <p:spPr>
          <a:xfrm>
            <a:off x="360000" y="560950"/>
            <a:ext cx="8424000" cy="0"/>
          </a:xfrm>
          <a:prstGeom prst="line">
            <a:avLst/>
          </a:prstGeom>
          <a:ln>
            <a:solidFill>
              <a:srgbClr val="C1C8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제목 개체 틀 12">
            <a:extLst>
              <a:ext uri="{FF2B5EF4-FFF2-40B4-BE49-F238E27FC236}">
                <a16:creationId xmlns:a16="http://schemas.microsoft.com/office/drawing/2014/main" id="{A6176F38-10E2-AA4F-BEBA-880BAF519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000" y="205741"/>
            <a:ext cx="7886700" cy="286160"/>
          </a:xfrm>
          <a:prstGeom prst="rect">
            <a:avLst/>
          </a:prstGeom>
        </p:spPr>
        <p:txBody>
          <a:bodyPr vert="horz" lIns="18000" tIns="72000" rIns="91440" bIns="46800" rtlCol="0" anchor="ctr">
            <a:spAutoFit/>
          </a:bodyPr>
          <a:lstStyle/>
          <a:p>
            <a:r>
              <a:rPr kumimoji="1" lang="ko-KR" altLang="en-US"/>
              <a:t>마스터 제목 스타일 편집</a:t>
            </a:r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416322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3351" y="215401"/>
            <a:ext cx="7886700" cy="258532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pPr lvl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3352" y="799003"/>
            <a:ext cx="8591249" cy="1425518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3353" y="6492878"/>
            <a:ext cx="24126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492878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78103" y="649287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ko-KR" altLang="en-US" sz="700" smtClean="0"/>
            </a:lvl1pPr>
          </a:lstStyle>
          <a:p>
            <a:pPr algn="r"/>
            <a:fld id="{5BCDA562-D163-4743-A5E0-EF338EDE3E78}" type="slidenum">
              <a:rPr lang="en-US" altLang="ko-KR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042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</p:sldLayoutIdLst>
  <p:hf hdr="0" ftr="0" dt="0"/>
  <p:txStyles>
    <p:titleStyle>
      <a:lvl1pPr algn="l" defTabSz="914377" rtl="0" eaLnBrk="1" latinLnBrk="1" hangingPunct="1">
        <a:lnSpc>
          <a:spcPct val="90000"/>
        </a:lnSpc>
        <a:spcBef>
          <a:spcPct val="0"/>
        </a:spcBef>
        <a:buNone/>
        <a:defRPr lang="en-US" altLang="en-US" sz="1200" kern="1200" dirty="0">
          <a:solidFill>
            <a:schemeClr val="tx2">
              <a:lumMod val="50000"/>
            </a:schemeClr>
          </a:solidFill>
          <a:latin typeface="나눔스퀘어 네오 OTF ExtraBold" panose="00000900000000000000" pitchFamily="50" charset="-127"/>
          <a:ea typeface="나눔스퀘어 네오 OTF ExtraBold" panose="00000900000000000000" pitchFamily="50" charset="-127"/>
          <a:cs typeface="+mj-cs"/>
        </a:defRPr>
      </a:lvl1pPr>
    </p:titleStyle>
    <p:bodyStyle>
      <a:lvl1pPr marL="0" indent="0" algn="l" defTabSz="914377" rtl="0" eaLnBrk="1" latinLnBrk="1" hangingPunct="1">
        <a:lnSpc>
          <a:spcPct val="120000"/>
        </a:lnSpc>
        <a:spcBef>
          <a:spcPts val="300"/>
        </a:spcBef>
        <a:spcAft>
          <a:spcPts val="300"/>
        </a:spcAft>
        <a:buFontTx/>
        <a:buNone/>
        <a:defRPr sz="1400" kern="1200">
          <a:solidFill>
            <a:schemeClr val="tx1"/>
          </a:solidFill>
          <a:latin typeface="나눔스퀘어 네오 OTF ExtraBold" panose="00000900000000000000" pitchFamily="50" charset="-127"/>
          <a:ea typeface="나눔스퀘어 네오 OTF ExtraBold" panose="00000900000000000000" pitchFamily="50" charset="-127"/>
          <a:cs typeface="+mn-cs"/>
        </a:defRPr>
      </a:lvl1pPr>
      <a:lvl2pPr marL="143996" indent="-143996" algn="l" defTabSz="914377" rtl="0" eaLnBrk="1" latinLnBrk="1" hangingPunct="1">
        <a:lnSpc>
          <a:spcPct val="120000"/>
        </a:lnSpc>
        <a:spcBef>
          <a:spcPts val="600"/>
        </a:spcBef>
        <a:spcAft>
          <a:spcPts val="400"/>
        </a:spcAft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287993" indent="-107997" algn="l" defTabSz="914377" rtl="0" eaLnBrk="1" latinLnBrk="1" hangingPunct="1">
        <a:lnSpc>
          <a:spcPct val="110000"/>
        </a:lnSpc>
        <a:spcBef>
          <a:spcPts val="500"/>
        </a:spcBef>
        <a:spcAft>
          <a:spcPts val="3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나눔스퀘어 네오 OTF Bold" panose="00000800000000000000" pitchFamily="50" charset="-127"/>
          <a:ea typeface="나눔스퀘어 네오 OTF Bold" panose="00000800000000000000" pitchFamily="50" charset="-127"/>
          <a:cs typeface="+mn-cs"/>
        </a:defRPr>
      </a:lvl3pPr>
      <a:lvl4pPr marL="431989" indent="-107997" algn="l" defTabSz="914377" rtl="0" eaLnBrk="1" latinLnBrk="1" hangingPunct="1">
        <a:lnSpc>
          <a:spcPct val="110000"/>
        </a:lnSpc>
        <a:spcBef>
          <a:spcPts val="200"/>
        </a:spcBef>
        <a:spcAft>
          <a:spcPts val="200"/>
        </a:spcAft>
        <a:buFont typeface="나눔스퀘어 네오 OTF Regular" panose="00000500000000000000" pitchFamily="50" charset="-127"/>
        <a:buChar char="-"/>
        <a:defRPr sz="1000" kern="1200">
          <a:solidFill>
            <a:schemeClr val="tx1"/>
          </a:solidFill>
          <a:latin typeface="나눔스퀘어 네오 OTF Regular" panose="00000500000000000000" pitchFamily="50" charset="-127"/>
          <a:ea typeface="나눔스퀘어 네오 OTF Regular" panose="00000500000000000000" pitchFamily="50" charset="-127"/>
          <a:cs typeface="+mn-cs"/>
        </a:defRPr>
      </a:lvl4pPr>
      <a:lvl5pPr marL="503987" indent="-107997" algn="l" defTabSz="914377" rtl="0" eaLnBrk="1" latinLnBrk="1" hangingPunct="1">
        <a:lnSpc>
          <a:spcPct val="100000"/>
        </a:lnSpc>
        <a:spcBef>
          <a:spcPts val="300"/>
        </a:spcBef>
        <a:spcAft>
          <a:spcPts val="200"/>
        </a:spcAft>
        <a:buFont typeface="나눔스퀘어 네오 OTF Bold" panose="00000800000000000000" pitchFamily="50" charset="-127"/>
        <a:buChar char="＊"/>
        <a:defRPr sz="900" kern="1200">
          <a:solidFill>
            <a:schemeClr val="tx1"/>
          </a:solidFill>
          <a:latin typeface="나눔스퀘어 네오 OTF Light" panose="00000400000000000000" pitchFamily="50" charset="-127"/>
          <a:ea typeface="나눔스퀘어 네오 OTF Light" panose="00000400000000000000" pitchFamily="50" charset="-127"/>
          <a:cs typeface="+mn-cs"/>
        </a:defRPr>
      </a:lvl5pPr>
      <a:lvl6pPr marL="2514537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bluemarvel-backend.onrender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9222B5-D6F0-4947-B246-583D90317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b="1" dirty="0"/>
              <a:t>Rust</a:t>
            </a:r>
            <a:r>
              <a:rPr kumimoji="1" lang="ko-KR" altLang="en-US" b="1" dirty="0"/>
              <a:t> 코드 기반 테스트를 위한 개발 프로젝트</a:t>
            </a:r>
            <a:endParaRPr kumimoji="1" lang="x-none" altLang="en-US" b="1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189" latinLnBrk="0"/>
            <a:fld id="{369BBEF4-35F7-054D-BCC4-3F145CEF9DF2}" type="slidenum">
              <a:rPr kumimoji="1" lang="x-none" altLang="en-US">
                <a:solidFill>
                  <a:prstClr val="black"/>
                </a:solidFill>
                <a:ea typeface="나눔스퀘어 네오 OTF Bold"/>
              </a:rPr>
              <a:pPr defTabSz="457189" latinLnBrk="0"/>
              <a:t>1</a:t>
            </a:fld>
            <a:endParaRPr kumimoji="1" lang="x-none" altLang="en-US">
              <a:solidFill>
                <a:prstClr val="black"/>
              </a:solidFill>
              <a:ea typeface="나눔스퀘어 네오 OTF Bol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4A1112-C52D-79DD-E60E-0B980867FE5A}"/>
              </a:ext>
            </a:extLst>
          </p:cNvPr>
          <p:cNvSpPr txBox="1">
            <a:spLocks noChangeAspect="1"/>
          </p:cNvSpPr>
          <p:nvPr/>
        </p:nvSpPr>
        <p:spPr>
          <a:xfrm>
            <a:off x="438662" y="1316954"/>
            <a:ext cx="8264569" cy="469057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143996" lvl="1" indent="-143996"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1400" dirty="0">
                <a:solidFill>
                  <a:prstClr val="black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주제 선정</a:t>
            </a:r>
            <a:endParaRPr lang="en-US" altLang="ko-KR" sz="1400" dirty="0">
              <a:solidFill>
                <a:prstClr val="black"/>
              </a:solidFill>
              <a:latin typeface="나눔스퀘어 네오 OTF Bold" panose="00000800000000000000" pitchFamily="50" charset="-127"/>
              <a:ea typeface="나눔스퀘어 네오 OTF Bold" panose="00000800000000000000" pitchFamily="50" charset="-127"/>
            </a:endParaRPr>
          </a:p>
          <a:p>
            <a:pPr marL="287993" lvl="2" indent="-107997">
              <a:lnSpc>
                <a:spcPct val="12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447663" algn="l"/>
              </a:tabLst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명확한 규칙과 흐름을 가지는 시스템</a:t>
            </a:r>
            <a:endParaRPr lang="en-US" altLang="ko-KR" sz="1200" dirty="0">
              <a:solidFill>
                <a:prstClr val="black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  <a:p>
            <a:pPr marL="287993" lvl="2" indent="-107997">
              <a:lnSpc>
                <a:spcPct val="12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447663" algn="l"/>
              </a:tabLst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다양한 분기와 상태 존재</a:t>
            </a:r>
            <a:endParaRPr lang="en-US" altLang="ko-KR" sz="1200" dirty="0">
              <a:solidFill>
                <a:prstClr val="black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  <a:p>
            <a:pPr marL="287993" lvl="2" indent="-107997">
              <a:lnSpc>
                <a:spcPct val="12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447663" algn="l"/>
              </a:tabLst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각 기능을 독립적인 테스트 케이스로 분리 가능</a:t>
            </a:r>
            <a:endParaRPr lang="en-US" altLang="ko-KR" sz="1200" dirty="0">
              <a:solidFill>
                <a:prstClr val="black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  <a:p>
            <a:pPr marL="179996" lvl="2">
              <a:lnSpc>
                <a:spcPct val="120000"/>
              </a:lnSpc>
              <a:spcBef>
                <a:spcPts val="500"/>
              </a:spcBef>
              <a:spcAft>
                <a:spcPts val="300"/>
              </a:spcAft>
              <a:tabLst>
                <a:tab pos="447663" algn="l"/>
              </a:tabLst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=&gt;</a:t>
            </a:r>
            <a:r>
              <a:rPr lang="ko-KR" altLang="en-US" sz="1200" dirty="0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 </a:t>
            </a:r>
            <a:r>
              <a:rPr lang="ko-KR" altLang="en-US" sz="1200" dirty="0" err="1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부루마불</a:t>
            </a:r>
            <a:r>
              <a:rPr lang="en-US" altLang="ko-KR" sz="1200" dirty="0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/</a:t>
            </a:r>
            <a:r>
              <a:rPr lang="ko-KR" altLang="en-US" sz="1200" dirty="0" err="1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모노폴리</a:t>
            </a:r>
            <a:r>
              <a:rPr lang="ko-KR" altLang="en-US" sz="1200" dirty="0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 컨셉의 보드게임</a:t>
            </a:r>
            <a:endParaRPr lang="en-US" altLang="ko-KR" sz="1200" dirty="0">
              <a:solidFill>
                <a:prstClr val="black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  <a:p>
            <a:pPr marL="143996" lvl="1" indent="-143996"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1400" dirty="0">
                <a:solidFill>
                  <a:prstClr val="black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활용 스택</a:t>
            </a:r>
            <a:endParaRPr lang="en-US" altLang="ko-KR" sz="1400" dirty="0">
              <a:solidFill>
                <a:prstClr val="black"/>
              </a:solidFill>
              <a:latin typeface="나눔스퀘어 네오 OTF Bold" panose="00000800000000000000" pitchFamily="50" charset="-127"/>
              <a:ea typeface="나눔스퀘어 네오 OTF Bold" panose="00000800000000000000" pitchFamily="50" charset="-127"/>
            </a:endParaRPr>
          </a:p>
          <a:p>
            <a:pPr marL="287993" lvl="2" indent="-107997">
              <a:lnSpc>
                <a:spcPct val="12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447663" algn="l"/>
              </a:tabLst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Backend:</a:t>
            </a:r>
            <a:r>
              <a:rPr lang="ko-KR" altLang="en-US" sz="1200" dirty="0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Rust</a:t>
            </a:r>
          </a:p>
          <a:p>
            <a:pPr marL="287993" lvl="2" indent="-107997">
              <a:lnSpc>
                <a:spcPct val="12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447663" algn="l"/>
              </a:tabLst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Frontend: HTML, CSS, JS</a:t>
            </a:r>
          </a:p>
          <a:p>
            <a:pPr marL="287993" lvl="2" indent="-107997">
              <a:lnSpc>
                <a:spcPct val="12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447663" algn="l"/>
              </a:tabLst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Deploy: Render</a:t>
            </a:r>
          </a:p>
          <a:p>
            <a:pPr marL="287993" lvl="2" indent="-107997">
              <a:lnSpc>
                <a:spcPct val="12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447663" algn="l"/>
              </a:tabLst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Cooperation: </a:t>
            </a:r>
            <a:r>
              <a:rPr lang="en-US" altLang="ko-KR" sz="1200" dirty="0" err="1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Github</a:t>
            </a:r>
            <a:endParaRPr lang="en-US" altLang="ko-KR" sz="1100" dirty="0">
              <a:solidFill>
                <a:prstClr val="black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  <a:p>
            <a:pPr marL="143996" lvl="1" indent="-143996"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/>
            </a:pPr>
            <a:r>
              <a:rPr lang="en-US" altLang="ko-KR" sz="1400" dirty="0">
                <a:solidFill>
                  <a:prstClr val="black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Rust </a:t>
            </a:r>
            <a:r>
              <a:rPr lang="ko-KR" altLang="en-US" sz="1400" dirty="0">
                <a:solidFill>
                  <a:prstClr val="black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소스코드 구조 설계</a:t>
            </a:r>
            <a:endParaRPr lang="en-US" altLang="ko-KR" sz="1400" dirty="0">
              <a:solidFill>
                <a:prstClr val="black"/>
              </a:solidFill>
              <a:latin typeface="나눔스퀘어 네오 OTF Bold" panose="00000800000000000000" pitchFamily="50" charset="-127"/>
              <a:ea typeface="나눔스퀘어 네오 OTF Bold" panose="00000800000000000000" pitchFamily="50" charset="-127"/>
            </a:endParaRPr>
          </a:p>
          <a:p>
            <a:pPr marL="287993" lvl="2" indent="-107997">
              <a:lnSpc>
                <a:spcPct val="12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447663" algn="l"/>
              </a:tabLst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Repository: DB </a:t>
            </a:r>
            <a:r>
              <a:rPr lang="ko-KR" altLang="en-US" sz="1200" dirty="0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설계 및 구조체 관리</a:t>
            </a:r>
            <a:endParaRPr lang="en-US" altLang="ko-KR" sz="1200" dirty="0">
              <a:solidFill>
                <a:prstClr val="black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  <a:p>
            <a:pPr marL="287993" lvl="2" indent="-107997">
              <a:lnSpc>
                <a:spcPct val="12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447663" algn="l"/>
              </a:tabLst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Service: </a:t>
            </a:r>
            <a:r>
              <a:rPr lang="ko-KR" altLang="en-US" sz="1200" dirty="0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게임 로직 구현 </a:t>
            </a:r>
            <a:r>
              <a:rPr lang="en-US" altLang="ko-KR" sz="1200" dirty="0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-&gt; </a:t>
            </a:r>
            <a:r>
              <a:rPr lang="ko-KR" altLang="en-US" sz="1200" b="1" dirty="0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코드 기반 테스트 대상</a:t>
            </a:r>
            <a:endParaRPr lang="en-US" altLang="ko-KR" sz="1200" b="1" dirty="0">
              <a:solidFill>
                <a:prstClr val="black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  <a:p>
            <a:pPr marL="287993" lvl="2" indent="-107997">
              <a:lnSpc>
                <a:spcPct val="12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447663" algn="l"/>
              </a:tabLst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Handler: </a:t>
            </a:r>
            <a:r>
              <a:rPr lang="ko-KR" altLang="en-US" sz="1200" dirty="0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프론트</a:t>
            </a:r>
            <a:r>
              <a:rPr lang="en-US" altLang="ko-KR" sz="1200" dirty="0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-</a:t>
            </a:r>
            <a:r>
              <a:rPr lang="ko-KR" altLang="en-US" sz="1200" dirty="0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백 </a:t>
            </a:r>
            <a:r>
              <a:rPr lang="en-US" altLang="ko-KR" sz="1200" dirty="0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API </a:t>
            </a:r>
            <a:r>
              <a:rPr lang="ko-KR" altLang="en-US" sz="1200" dirty="0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연동</a:t>
            </a:r>
            <a:endParaRPr lang="en-US" altLang="ko-KR" sz="1200" dirty="0">
              <a:solidFill>
                <a:prstClr val="black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20B1D1-88C8-C3A1-A6AC-FB40657DA5CC}"/>
              </a:ext>
            </a:extLst>
          </p:cNvPr>
          <p:cNvSpPr txBox="1">
            <a:spLocks noChangeAspect="1"/>
          </p:cNvSpPr>
          <p:nvPr/>
        </p:nvSpPr>
        <p:spPr>
          <a:xfrm>
            <a:off x="438664" y="912969"/>
            <a:ext cx="1399742" cy="338554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defTabSz="457189" latinLnBrk="0"/>
            <a:r>
              <a:rPr lang="ko-KR" altLang="en-US" sz="1600" b="1" dirty="0">
                <a:solidFill>
                  <a:srgbClr val="002878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프로젝트 개요</a:t>
            </a:r>
            <a:endParaRPr lang="ko-KR" altLang="en-US" sz="1600" dirty="0">
              <a:solidFill>
                <a:srgbClr val="002060"/>
              </a:solidFill>
              <a:latin typeface="나눔스퀘어 네오 OTF ExtraBold" panose="00000900000000000000" pitchFamily="50" charset="-127"/>
              <a:ea typeface="나눔스퀘어 네오 OTF ExtraBold" panose="00000900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449BDB6-062E-2CE3-F757-47E16E9475DE}"/>
              </a:ext>
            </a:extLst>
          </p:cNvPr>
          <p:cNvSpPr/>
          <p:nvPr/>
        </p:nvSpPr>
        <p:spPr>
          <a:xfrm>
            <a:off x="396695" y="983247"/>
            <a:ext cx="45719" cy="19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 latinLnBrk="0"/>
            <a:endParaRPr lang="ko-KR" altLang="en-US" dirty="0">
              <a:solidFill>
                <a:prstClr val="black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1142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9222B5-D6F0-4947-B246-583D90317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b="1" dirty="0"/>
              <a:t>Rust</a:t>
            </a:r>
            <a:r>
              <a:rPr kumimoji="1" lang="ko-KR" altLang="en-US" b="1" dirty="0"/>
              <a:t> 코드 기반 테스트를 위한 개발 프로젝트</a:t>
            </a:r>
            <a:endParaRPr kumimoji="1" lang="x-none" altLang="en-US" b="1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189" latinLnBrk="0"/>
            <a:fld id="{369BBEF4-35F7-054D-BCC4-3F145CEF9DF2}" type="slidenum">
              <a:rPr kumimoji="1" lang="x-none" altLang="en-US">
                <a:solidFill>
                  <a:prstClr val="black"/>
                </a:solidFill>
                <a:ea typeface="나눔스퀘어 네오 OTF Bold"/>
              </a:rPr>
              <a:pPr defTabSz="457189" latinLnBrk="0"/>
              <a:t>2</a:t>
            </a:fld>
            <a:endParaRPr kumimoji="1" lang="x-none" altLang="en-US">
              <a:solidFill>
                <a:prstClr val="black"/>
              </a:solidFill>
              <a:ea typeface="나눔스퀘어 네오 OTF 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20B1D1-88C8-C3A1-A6AC-FB40657DA5CC}"/>
              </a:ext>
            </a:extLst>
          </p:cNvPr>
          <p:cNvSpPr txBox="1">
            <a:spLocks noChangeAspect="1"/>
          </p:cNvSpPr>
          <p:nvPr/>
        </p:nvSpPr>
        <p:spPr>
          <a:xfrm>
            <a:off x="438664" y="912969"/>
            <a:ext cx="1593706" cy="338554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defTabSz="457189" latinLnBrk="0"/>
            <a:r>
              <a:rPr lang="ko-KR" altLang="en-US" sz="1600" b="1" dirty="0">
                <a:solidFill>
                  <a:srgbClr val="002878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요구사항 명세서</a:t>
            </a:r>
            <a:endParaRPr lang="ko-KR" altLang="en-US" sz="1600" dirty="0">
              <a:solidFill>
                <a:srgbClr val="002060"/>
              </a:solidFill>
              <a:latin typeface="나눔스퀘어 네오 OTF ExtraBold" panose="00000900000000000000" pitchFamily="50" charset="-127"/>
              <a:ea typeface="나눔스퀘어 네오 OTF ExtraBold" panose="00000900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449BDB6-062E-2CE3-F757-47E16E9475DE}"/>
              </a:ext>
            </a:extLst>
          </p:cNvPr>
          <p:cNvSpPr/>
          <p:nvPr/>
        </p:nvSpPr>
        <p:spPr>
          <a:xfrm>
            <a:off x="396695" y="983247"/>
            <a:ext cx="45719" cy="19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 latinLnBrk="0"/>
            <a:endParaRPr lang="ko-KR" altLang="en-US" dirty="0">
              <a:solidFill>
                <a:prstClr val="black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BA51DFF-9AA7-4312-8980-20CC3D164B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8419896"/>
              </p:ext>
            </p:extLst>
          </p:nvPr>
        </p:nvGraphicFramePr>
        <p:xfrm>
          <a:off x="449262" y="1321801"/>
          <a:ext cx="8245476" cy="54000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287">
                  <a:extLst>
                    <a:ext uri="{9D8B030D-6E8A-4147-A177-3AD203B41FA5}">
                      <a16:colId xmlns:a16="http://schemas.microsoft.com/office/drawing/2014/main" val="975740168"/>
                    </a:ext>
                  </a:extLst>
                </a:gridCol>
                <a:gridCol w="1410788">
                  <a:extLst>
                    <a:ext uri="{9D8B030D-6E8A-4147-A177-3AD203B41FA5}">
                      <a16:colId xmlns:a16="http://schemas.microsoft.com/office/drawing/2014/main" val="3456620239"/>
                    </a:ext>
                  </a:extLst>
                </a:gridCol>
                <a:gridCol w="5507401">
                  <a:extLst>
                    <a:ext uri="{9D8B030D-6E8A-4147-A177-3AD203B41FA5}">
                      <a16:colId xmlns:a16="http://schemas.microsoft.com/office/drawing/2014/main" val="246968840"/>
                    </a:ext>
                  </a:extLst>
                </a:gridCol>
              </a:tblGrid>
              <a:tr h="3639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2"/>
                          </a:solidFill>
                          <a:latin typeface="나눔스퀘어 네오 OTF ExtraBold" panose="00000900000000000000" pitchFamily="50" charset="-127"/>
                          <a:ea typeface="나눔스퀘어 네오 OTF ExtraBold" panose="00000900000000000000" pitchFamily="50" charset="-127"/>
                        </a:rPr>
                        <a:t>ID</a:t>
                      </a:r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err="1">
                          <a:solidFill>
                            <a:schemeClr val="tx2"/>
                          </a:solidFill>
                          <a:latin typeface="나눔스퀘어 네오 OTF ExtraBold" panose="00000900000000000000" pitchFamily="50" charset="-127"/>
                          <a:ea typeface="나눔스퀘어 네오 OTF ExtraBold" panose="00000900000000000000" pitchFamily="50" charset="-127"/>
                        </a:rPr>
                        <a:t>기능명</a:t>
                      </a:r>
                      <a:endParaRPr lang="en-US" altLang="ko-KR" sz="1200" b="0" dirty="0">
                        <a:solidFill>
                          <a:schemeClr val="tx2"/>
                        </a:solidFill>
                        <a:latin typeface="나눔스퀘어 네오 OTF ExtraBold" panose="00000900000000000000" pitchFamily="50" charset="-127"/>
                        <a:ea typeface="나눔스퀘어 네오 OTF ExtraBold" panose="00000900000000000000" pitchFamily="50" charset="-127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2"/>
                          </a:solidFill>
                          <a:latin typeface="나눔스퀘어 네오 OTF ExtraBold" panose="00000900000000000000" pitchFamily="50" charset="-127"/>
                          <a:ea typeface="나눔스퀘어 네오 OTF ExtraBold" panose="00000900000000000000" pitchFamily="50" charset="-127"/>
                        </a:rPr>
                        <a:t>상세</a:t>
                      </a:r>
                      <a:r>
                        <a:rPr lang="en-US" altLang="ko-KR" sz="1200" b="0" dirty="0">
                          <a:solidFill>
                            <a:schemeClr val="tx2"/>
                          </a:solidFill>
                          <a:latin typeface="나눔스퀘어 네오 OTF ExtraBold" panose="00000900000000000000" pitchFamily="50" charset="-127"/>
                          <a:ea typeface="나눔스퀘어 네오 OTF ExtraBold" panose="00000900000000000000" pitchFamily="50" charset="-127"/>
                        </a:rPr>
                        <a:t> </a:t>
                      </a:r>
                      <a:r>
                        <a:rPr lang="ko-KR" altLang="en-US" sz="1200" b="0" dirty="0">
                          <a:solidFill>
                            <a:schemeClr val="tx2"/>
                          </a:solidFill>
                          <a:latin typeface="나눔스퀘어 네오 OTF ExtraBold" panose="00000900000000000000" pitchFamily="50" charset="-127"/>
                          <a:ea typeface="나눔스퀘어 네오 OTF ExtraBold" panose="00000900000000000000" pitchFamily="50" charset="-127"/>
                        </a:rPr>
                        <a:t>설명</a:t>
                      </a:r>
                      <a:endParaRPr lang="en-US" altLang="ko-KR" sz="1200" b="0" dirty="0">
                        <a:solidFill>
                          <a:schemeClr val="tx2"/>
                        </a:solidFill>
                        <a:latin typeface="나눔스퀘어 네오 OTF ExtraBold" panose="00000900000000000000" pitchFamily="50" charset="-127"/>
                        <a:ea typeface="나눔스퀘어 네오 OTF ExtraBold" panose="00000900000000000000" pitchFamily="50" charset="-127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552748"/>
                  </a:ext>
                </a:extLst>
              </a:tr>
              <a:tr h="457824">
                <a:tc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r>
                        <a:rPr lang="en-US" altLang="ko-KR" sz="1050" dirty="0"/>
                        <a:t>BASIC_001</a:t>
                      </a:r>
                      <a:endParaRPr lang="ko-KR" altLang="en-US" sz="1050" dirty="0"/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r>
                        <a:rPr lang="ko-KR" altLang="en-US" sz="1100" dirty="0"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주사위 던지기</a:t>
                      </a: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r>
                        <a:rPr lang="en-US" altLang="ko-KR" sz="1100" dirty="0"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`</a:t>
                      </a:r>
                      <a:r>
                        <a:rPr lang="ko-KR" altLang="en-US" sz="1100" dirty="0"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주사위 던지기</a:t>
                      </a:r>
                      <a:r>
                        <a:rPr lang="en-US" altLang="ko-KR" sz="1100" dirty="0"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` </a:t>
                      </a:r>
                      <a:r>
                        <a:rPr lang="ko-KR" altLang="en-US" sz="1100" dirty="0"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버튼 클릭 시</a:t>
                      </a:r>
                      <a:r>
                        <a:rPr lang="en-US" altLang="ko-KR" sz="1100" dirty="0"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, 1</a:t>
                      </a:r>
                      <a:r>
                        <a:rPr lang="ko-KR" altLang="en-US" sz="1100" dirty="0"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에서 </a:t>
                      </a:r>
                      <a:r>
                        <a:rPr lang="en-US" altLang="ko-KR" sz="1100" dirty="0"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6 </a:t>
                      </a:r>
                      <a:r>
                        <a:rPr lang="ko-KR" altLang="en-US" sz="1100" dirty="0"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사이의 난수 생성 및 플레이어 마커 이동</a:t>
                      </a: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579450"/>
                  </a:ext>
                </a:extLst>
              </a:tr>
              <a:tr h="457824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BASIC_002</a:t>
                      </a:r>
                      <a:endParaRPr lang="ko-KR" altLang="en-US" sz="1050" dirty="0"/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r>
                        <a:rPr lang="ko-KR" altLang="en-US" sz="1100" dirty="0"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차례 넘기기</a:t>
                      </a: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r>
                        <a:rPr lang="ko-KR" altLang="en-US" sz="1100" dirty="0"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한 턴에서 행동이 끝난 후 </a:t>
                      </a:r>
                      <a:r>
                        <a:rPr lang="en-US" altLang="ko-KR" sz="1100" dirty="0"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`</a:t>
                      </a:r>
                      <a:r>
                        <a:rPr lang="ko-KR" altLang="en-US" sz="1100" dirty="0"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확인</a:t>
                      </a:r>
                      <a:r>
                        <a:rPr lang="en-US" altLang="ko-KR" sz="1100" dirty="0"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` </a:t>
                      </a:r>
                      <a:r>
                        <a:rPr lang="ko-KR" altLang="en-US" sz="1100" dirty="0"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버튼 클릭 시</a:t>
                      </a:r>
                      <a:r>
                        <a:rPr lang="en-US" altLang="ko-KR" sz="1100" dirty="0"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, </a:t>
                      </a:r>
                      <a:r>
                        <a:rPr lang="ko-KR" altLang="en-US" sz="1100" dirty="0"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다음 플레이어로 차례 </a:t>
                      </a:r>
                      <a:r>
                        <a:rPr lang="ko-KR" altLang="en-US" sz="1100" dirty="0" err="1"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넘어감</a:t>
                      </a:r>
                      <a:endParaRPr lang="ko-KR" altLang="en-US" sz="1100" dirty="0"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132217"/>
                  </a:ext>
                </a:extLst>
              </a:tr>
              <a:tr h="4578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TRANS_001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토지 구매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  <a:cs typeface="+mn-cs"/>
                      </a:endParaRP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소유권이 없는 토지에 도착한 경우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, `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토지 구매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`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버튼을 통해 토지 구매 가능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바로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 `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확인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`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버튼을 클릭해 토지를 구매하지 않고 차례를 넘길 수도 있음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316446"/>
                  </a:ext>
                </a:extLst>
              </a:tr>
              <a:tr h="4578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TRANS_002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통행료 지불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  <a:cs typeface="+mn-cs"/>
                      </a:endParaRP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소유권이 있는 토지에 도착한 경우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해당 토지를 소유하고 있는 플레이어에게 통행료 지불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  <a:cs typeface="+mn-cs"/>
                      </a:endParaRP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313427"/>
                  </a:ext>
                </a:extLst>
              </a:tr>
              <a:tr h="4578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CHECK_001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계좌 내역 조회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  <a:cs typeface="+mn-cs"/>
                      </a:endParaRP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웹페이지 우측 상단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`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계좌 내역 조회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`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버튼 클릭 시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현재 턴 플레이어의 계좌 내역이 팝업으로 표시됨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  <a:cs typeface="+mn-cs"/>
                      </a:endParaRP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400233"/>
                  </a:ext>
                </a:extLst>
              </a:tr>
              <a:tr h="4578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EVENT_001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월급 수령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  <a:cs typeface="+mn-cs"/>
                      </a:endParaRP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플레이어가 한 바퀴를 완주할 때마다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 20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만원 수령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  <a:cs typeface="+mn-cs"/>
                      </a:endParaRP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0058239"/>
                  </a:ext>
                </a:extLst>
              </a:tr>
              <a:tr h="4578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EVENT_002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사회복지기금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  <a:cs typeface="+mn-cs"/>
                      </a:endParaRP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사회복지기금 타일에 도착한 경우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, 10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만원 납부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기금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수령처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 타일에 도착한 경우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해당 시점까지 모여 있는 기금 한번에 전부 수령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  <a:cs typeface="+mn-cs"/>
                      </a:endParaRP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341538"/>
                  </a:ext>
                </a:extLst>
              </a:tr>
              <a:tr h="4578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EVENT_003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부동산세금 지불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  <a:cs typeface="+mn-cs"/>
                      </a:endParaRP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부동산세금 타일에 도착한 경우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해당 시점까지 토지 구매 금액이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100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만원 이상이라면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30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만원 납부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  <a:cs typeface="+mn-cs"/>
                      </a:endParaRP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2752135"/>
                  </a:ext>
                </a:extLst>
              </a:tr>
              <a:tr h="4578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END_001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파산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  <a:cs typeface="+mn-cs"/>
                      </a:endParaRP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지불해야하는 금액이 해당 시점의 잔액보다 크다면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해당 플레이어는 파산처리 됨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파산처리 된 플레이어는 순위산정에서 제외되고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파산자 소유 토지는 몰수됨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.</a:t>
                      </a: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874203"/>
                  </a:ext>
                </a:extLst>
              </a:tr>
              <a:tr h="4578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END_002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게임 종료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  <a:cs typeface="+mn-cs"/>
                      </a:endParaRP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모든 플레이어가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3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바퀴를 완주하는 시점에서 게임이 종료됨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가장 많이 이동한 플레이어부터 상금이 지급됨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.</a:t>
                      </a: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9154369"/>
                  </a:ext>
                </a:extLst>
              </a:tr>
              <a:tr h="4578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END_003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순위 산정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  <a:cs typeface="+mn-cs"/>
                      </a:endParaRP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플레이어의 기존 잔액과 상금을 합산하여 최종 순위가 결정됨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.</a:t>
                      </a: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3896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1067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9222B5-D6F0-4947-B246-583D90317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b="1" dirty="0"/>
              <a:t>Rust</a:t>
            </a:r>
            <a:r>
              <a:rPr kumimoji="1" lang="ko-KR" altLang="en-US" b="1" dirty="0"/>
              <a:t> 코드 기반 테스트를 위한 개발 프로젝트</a:t>
            </a:r>
            <a:endParaRPr kumimoji="1" lang="x-none" altLang="en-US" b="1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189" latinLnBrk="0"/>
            <a:fld id="{369BBEF4-35F7-054D-BCC4-3F145CEF9DF2}" type="slidenum">
              <a:rPr kumimoji="1" lang="x-none" altLang="en-US">
                <a:solidFill>
                  <a:prstClr val="black"/>
                </a:solidFill>
                <a:ea typeface="나눔스퀘어 네오 OTF Bold"/>
              </a:rPr>
              <a:pPr defTabSz="457189" latinLnBrk="0"/>
              <a:t>3</a:t>
            </a:fld>
            <a:endParaRPr kumimoji="1" lang="x-none" altLang="en-US">
              <a:solidFill>
                <a:prstClr val="black"/>
              </a:solidFill>
              <a:ea typeface="나눔스퀘어 네오 OTF 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20B1D1-88C8-C3A1-A6AC-FB40657DA5CC}"/>
              </a:ext>
            </a:extLst>
          </p:cNvPr>
          <p:cNvSpPr txBox="1">
            <a:spLocks noChangeAspect="1"/>
          </p:cNvSpPr>
          <p:nvPr/>
        </p:nvSpPr>
        <p:spPr>
          <a:xfrm>
            <a:off x="438664" y="912969"/>
            <a:ext cx="1154483" cy="338554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defTabSz="457189" latinLnBrk="0"/>
            <a:r>
              <a:rPr lang="ko-KR" altLang="en-US" sz="1600" b="1" dirty="0" err="1">
                <a:solidFill>
                  <a:srgbClr val="002878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플로우차트</a:t>
            </a:r>
            <a:endParaRPr lang="ko-KR" altLang="en-US" sz="1600" dirty="0">
              <a:solidFill>
                <a:srgbClr val="002060"/>
              </a:solidFill>
              <a:latin typeface="나눔스퀘어 네오 OTF ExtraBold" panose="00000900000000000000" pitchFamily="50" charset="-127"/>
              <a:ea typeface="나눔스퀘어 네오 OTF ExtraBold" panose="00000900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449BDB6-062E-2CE3-F757-47E16E9475DE}"/>
              </a:ext>
            </a:extLst>
          </p:cNvPr>
          <p:cNvSpPr/>
          <p:nvPr/>
        </p:nvSpPr>
        <p:spPr>
          <a:xfrm>
            <a:off x="396695" y="983247"/>
            <a:ext cx="45719" cy="19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 latinLnBrk="0"/>
            <a:endParaRPr lang="ko-KR" altLang="en-US" dirty="0">
              <a:solidFill>
                <a:prstClr val="black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29B145C-97F6-4AAF-9424-0DA9D3B3E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5589" y="796230"/>
            <a:ext cx="5689420" cy="584637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117DE338-57C4-44C9-9D1B-21201CF363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991" y="1690559"/>
            <a:ext cx="1713262" cy="4241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253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9222B5-D6F0-4947-B246-583D90317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b="1" dirty="0"/>
              <a:t>Rust</a:t>
            </a:r>
            <a:r>
              <a:rPr kumimoji="1" lang="ko-KR" altLang="en-US" b="1" dirty="0"/>
              <a:t> 코드 기반 테스트를 위한 개발 프로젝트</a:t>
            </a:r>
            <a:endParaRPr kumimoji="1" lang="x-none" altLang="en-US" b="1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189" latinLnBrk="0"/>
            <a:fld id="{369BBEF4-35F7-054D-BCC4-3F145CEF9DF2}" type="slidenum">
              <a:rPr kumimoji="1" lang="x-none" altLang="en-US">
                <a:solidFill>
                  <a:prstClr val="black"/>
                </a:solidFill>
                <a:ea typeface="나눔스퀘어 네오 OTF Bold"/>
              </a:rPr>
              <a:pPr defTabSz="457189" latinLnBrk="0"/>
              <a:t>4</a:t>
            </a:fld>
            <a:endParaRPr kumimoji="1" lang="x-none" altLang="en-US">
              <a:solidFill>
                <a:prstClr val="black"/>
              </a:solidFill>
              <a:ea typeface="나눔스퀘어 네오 OTF Bol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4A1112-C52D-79DD-E60E-0B980867FE5A}"/>
              </a:ext>
            </a:extLst>
          </p:cNvPr>
          <p:cNvSpPr txBox="1">
            <a:spLocks noChangeAspect="1"/>
          </p:cNvSpPr>
          <p:nvPr/>
        </p:nvSpPr>
        <p:spPr>
          <a:xfrm>
            <a:off x="438662" y="1316954"/>
            <a:ext cx="8264569" cy="301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3996" lvl="1" indent="-143996"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/>
            </a:pPr>
            <a:r>
              <a:rPr lang="en-US" altLang="ko-KR" sz="1200" dirty="0">
                <a:solidFill>
                  <a:prstClr val="black"/>
                </a:solidFill>
                <a:ea typeface="나눔스퀘어 네오 OTF Bold"/>
                <a:hlinkClick r:id="rId3"/>
              </a:rPr>
              <a:t>https://bluemarvel-backend.onrender.com/</a:t>
            </a:r>
            <a:endParaRPr lang="en-US" altLang="ko-KR" sz="1200" dirty="0">
              <a:solidFill>
                <a:prstClr val="black"/>
              </a:solidFill>
              <a:ea typeface="나눔스퀘어 네오 OTF 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20B1D1-88C8-C3A1-A6AC-FB40657DA5CC}"/>
              </a:ext>
            </a:extLst>
          </p:cNvPr>
          <p:cNvSpPr txBox="1">
            <a:spLocks noChangeAspect="1"/>
          </p:cNvSpPr>
          <p:nvPr/>
        </p:nvSpPr>
        <p:spPr>
          <a:xfrm>
            <a:off x="438664" y="912969"/>
            <a:ext cx="1011815" cy="338554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defTabSz="457189" latinLnBrk="0"/>
            <a:r>
              <a:rPr lang="ko-KR" altLang="en-US" sz="1600" b="1" dirty="0">
                <a:solidFill>
                  <a:srgbClr val="002878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시연 화면</a:t>
            </a:r>
            <a:endParaRPr lang="ko-KR" altLang="en-US" sz="1600" dirty="0">
              <a:solidFill>
                <a:srgbClr val="002060"/>
              </a:solidFill>
              <a:latin typeface="나눔스퀘어 네오 OTF ExtraBold" panose="00000900000000000000" pitchFamily="50" charset="-127"/>
              <a:ea typeface="나눔스퀘어 네오 OTF ExtraBold" panose="00000900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449BDB6-062E-2CE3-F757-47E16E9475DE}"/>
              </a:ext>
            </a:extLst>
          </p:cNvPr>
          <p:cNvSpPr/>
          <p:nvPr/>
        </p:nvSpPr>
        <p:spPr>
          <a:xfrm>
            <a:off x="396695" y="983247"/>
            <a:ext cx="45719" cy="19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 latinLnBrk="0"/>
            <a:endParaRPr lang="ko-KR" altLang="en-US" dirty="0">
              <a:solidFill>
                <a:prstClr val="black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ADD4760-24DA-437A-B4C4-7F5EC13F96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292" y="2462963"/>
            <a:ext cx="4819991" cy="3427232"/>
          </a:xfrm>
          <a:prstGeom prst="rect">
            <a:avLst/>
          </a:prstGeom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B580B47-BAF2-4C3B-8A39-BD205FFEE084}"/>
              </a:ext>
            </a:extLst>
          </p:cNvPr>
          <p:cNvSpPr/>
          <p:nvPr/>
        </p:nvSpPr>
        <p:spPr>
          <a:xfrm>
            <a:off x="1857331" y="2776196"/>
            <a:ext cx="877162" cy="498228"/>
          </a:xfrm>
          <a:prstGeom prst="round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11C25940-A195-464C-8E67-0A2C77C8A01A}"/>
              </a:ext>
            </a:extLst>
          </p:cNvPr>
          <p:cNvSpPr/>
          <p:nvPr/>
        </p:nvSpPr>
        <p:spPr>
          <a:xfrm rot="5400000">
            <a:off x="2293723" y="2375822"/>
            <a:ext cx="404986" cy="338554"/>
          </a:xfrm>
          <a:prstGeom prst="rightArrow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78E3BE-A6F1-4C41-AE04-B8F7777DEFF3}"/>
              </a:ext>
            </a:extLst>
          </p:cNvPr>
          <p:cNvSpPr txBox="1"/>
          <p:nvPr/>
        </p:nvSpPr>
        <p:spPr>
          <a:xfrm>
            <a:off x="1973941" y="1776160"/>
            <a:ext cx="1044549" cy="486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ko-KR" altLang="en-US" sz="110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토지 소유권자 타일 색상 표시</a:t>
            </a:r>
            <a:endParaRPr lang="en-US" altLang="ko-KR" sz="1100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4FD6B44-8E90-4468-8FCA-66A6B698ECA5}"/>
              </a:ext>
            </a:extLst>
          </p:cNvPr>
          <p:cNvSpPr/>
          <p:nvPr/>
        </p:nvSpPr>
        <p:spPr>
          <a:xfrm>
            <a:off x="4241076" y="5001237"/>
            <a:ext cx="583474" cy="598374"/>
          </a:xfrm>
          <a:prstGeom prst="round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1947A2FE-207C-47AB-A638-B72A9CF342B5}"/>
              </a:ext>
            </a:extLst>
          </p:cNvPr>
          <p:cNvSpPr/>
          <p:nvPr/>
        </p:nvSpPr>
        <p:spPr>
          <a:xfrm rot="10800000">
            <a:off x="4878296" y="5253071"/>
            <a:ext cx="660354" cy="338554"/>
          </a:xfrm>
          <a:prstGeom prst="rightArrow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0DE689-B614-4640-9BB3-AC5B431062B5}"/>
              </a:ext>
            </a:extLst>
          </p:cNvPr>
          <p:cNvSpPr txBox="1"/>
          <p:nvPr/>
        </p:nvSpPr>
        <p:spPr>
          <a:xfrm>
            <a:off x="5547361" y="5180071"/>
            <a:ext cx="1306284" cy="486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ko-KR" altLang="en-US" sz="110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주사위 던지기 버튼 클릭 후 난수 생성</a:t>
            </a:r>
            <a:endParaRPr lang="en-US" altLang="ko-KR" sz="1100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CC8E9A9F-202E-4DDB-8656-3BF3D184DB9B}"/>
              </a:ext>
            </a:extLst>
          </p:cNvPr>
          <p:cNvSpPr/>
          <p:nvPr/>
        </p:nvSpPr>
        <p:spPr>
          <a:xfrm>
            <a:off x="4822145" y="2516777"/>
            <a:ext cx="498793" cy="187269"/>
          </a:xfrm>
          <a:prstGeom prst="round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0C02A90-A1C0-4F0C-980D-BE8856CC085E}"/>
              </a:ext>
            </a:extLst>
          </p:cNvPr>
          <p:cNvSpPr/>
          <p:nvPr/>
        </p:nvSpPr>
        <p:spPr>
          <a:xfrm>
            <a:off x="3882354" y="3078446"/>
            <a:ext cx="289054" cy="256936"/>
          </a:xfrm>
          <a:prstGeom prst="round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73350142-A608-4599-BD1F-B76FC78905CE}"/>
              </a:ext>
            </a:extLst>
          </p:cNvPr>
          <p:cNvSpPr/>
          <p:nvPr/>
        </p:nvSpPr>
        <p:spPr>
          <a:xfrm rot="5400000">
            <a:off x="3678943" y="2516921"/>
            <a:ext cx="687178" cy="338554"/>
          </a:xfrm>
          <a:prstGeom prst="rightArrow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6EEBF3-6A98-45D3-9ED3-5080A93BA7E3}"/>
              </a:ext>
            </a:extLst>
          </p:cNvPr>
          <p:cNvSpPr txBox="1"/>
          <p:nvPr/>
        </p:nvSpPr>
        <p:spPr>
          <a:xfrm>
            <a:off x="3403770" y="1774031"/>
            <a:ext cx="1237523" cy="486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ko-KR" altLang="en-US" sz="110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현재 턴 플레이어</a:t>
            </a:r>
            <a:r>
              <a:rPr lang="en-US" altLang="ko-KR" sz="110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 </a:t>
            </a:r>
            <a:r>
              <a:rPr lang="ko-KR" altLang="en-US" sz="110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표시 커서</a:t>
            </a:r>
            <a:endParaRPr lang="en-US" altLang="ko-KR" sz="1100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3E95CA48-4F25-440F-B9AC-4D469CABD35A}"/>
              </a:ext>
            </a:extLst>
          </p:cNvPr>
          <p:cNvSpPr/>
          <p:nvPr/>
        </p:nvSpPr>
        <p:spPr>
          <a:xfrm>
            <a:off x="1279825" y="2817675"/>
            <a:ext cx="289054" cy="430623"/>
          </a:xfrm>
          <a:prstGeom prst="round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4AA4420A-7B40-4358-899B-87BA5ACCDF02}"/>
              </a:ext>
            </a:extLst>
          </p:cNvPr>
          <p:cNvSpPr/>
          <p:nvPr/>
        </p:nvSpPr>
        <p:spPr>
          <a:xfrm rot="5400000">
            <a:off x="1202291" y="2379743"/>
            <a:ext cx="404986" cy="338554"/>
          </a:xfrm>
          <a:prstGeom prst="rightArrow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83A18C-0333-4ECD-9F64-050927D17AD8}"/>
              </a:ext>
            </a:extLst>
          </p:cNvPr>
          <p:cNvSpPr txBox="1"/>
          <p:nvPr/>
        </p:nvSpPr>
        <p:spPr>
          <a:xfrm>
            <a:off x="1010015" y="1768469"/>
            <a:ext cx="789537" cy="486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ko-KR" altLang="en-US" sz="110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플레이어 마커 표시</a:t>
            </a:r>
            <a:endParaRPr lang="en-US" altLang="ko-KR" sz="1100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A85E1125-BFBC-442D-AADA-13D839D010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9559" y="1238352"/>
            <a:ext cx="2772786" cy="2132077"/>
          </a:xfrm>
          <a:prstGeom prst="rect">
            <a:avLst/>
          </a:prstGeom>
        </p:spPr>
      </p:pic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4A35B1ED-A9E5-4CCA-B965-01BB367BBBAE}"/>
              </a:ext>
            </a:extLst>
          </p:cNvPr>
          <p:cNvSpPr/>
          <p:nvPr/>
        </p:nvSpPr>
        <p:spPr>
          <a:xfrm>
            <a:off x="5379572" y="2435844"/>
            <a:ext cx="569883" cy="338554"/>
          </a:xfrm>
          <a:prstGeom prst="rightArrow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C9960212-F5FD-47EF-8BC9-2EF569D80654}"/>
              </a:ext>
            </a:extLst>
          </p:cNvPr>
          <p:cNvSpPr/>
          <p:nvPr/>
        </p:nvSpPr>
        <p:spPr>
          <a:xfrm>
            <a:off x="3965552" y="5656253"/>
            <a:ext cx="1128961" cy="169423"/>
          </a:xfrm>
          <a:prstGeom prst="round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8D6210B-C0B3-4780-8C3F-F4094231D895}"/>
              </a:ext>
            </a:extLst>
          </p:cNvPr>
          <p:cNvSpPr txBox="1"/>
          <p:nvPr/>
        </p:nvSpPr>
        <p:spPr>
          <a:xfrm>
            <a:off x="3777200" y="6154464"/>
            <a:ext cx="1505663" cy="283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ko-KR" altLang="en-US" sz="110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유저 인터페이스 버튼</a:t>
            </a:r>
            <a:endParaRPr lang="en-US" altLang="ko-KR" sz="1100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8768121-378F-45B8-B811-F8E65B4019F3}"/>
              </a:ext>
            </a:extLst>
          </p:cNvPr>
          <p:cNvSpPr txBox="1">
            <a:spLocks noChangeAspect="1"/>
          </p:cNvSpPr>
          <p:nvPr/>
        </p:nvSpPr>
        <p:spPr>
          <a:xfrm>
            <a:off x="5929559" y="4680032"/>
            <a:ext cx="2160000" cy="275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4000" lvl="1" indent="-144000" defTabSz="914400" latinLnBrk="1">
              <a:lnSpc>
                <a:spcPct val="120000"/>
              </a:lnSpc>
              <a:spcBef>
                <a:spcPts val="5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105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시스템 상태 </a:t>
            </a:r>
            <a:r>
              <a:rPr lang="ko-KR" altLang="en-US" sz="1050" dirty="0" err="1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메세지</a:t>
            </a:r>
            <a:endParaRPr lang="en-US" altLang="ko-KR" sz="1050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5C873607-22B7-4E7C-8733-41C86E1339C8}"/>
              </a:ext>
            </a:extLst>
          </p:cNvPr>
          <p:cNvSpPr/>
          <p:nvPr/>
        </p:nvSpPr>
        <p:spPr>
          <a:xfrm rot="16200000">
            <a:off x="4327539" y="5782694"/>
            <a:ext cx="404986" cy="338554"/>
          </a:xfrm>
          <a:prstGeom prst="rightArrow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4012BA36-0A81-4A42-8608-CB0696C3633C}"/>
              </a:ext>
            </a:extLst>
          </p:cNvPr>
          <p:cNvPicPr>
            <a:picLocks/>
          </p:cNvPicPr>
          <p:nvPr/>
        </p:nvPicPr>
        <p:blipFill rotWithShape="1">
          <a:blip r:embed="rId6"/>
          <a:srcRect l="1193" t="5489" r="712" b="2822"/>
          <a:stretch/>
        </p:blipFill>
        <p:spPr>
          <a:xfrm>
            <a:off x="5949455" y="3667681"/>
            <a:ext cx="2841476" cy="1012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88988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슈어소프트테크">
      <a:dk1>
        <a:sysClr val="windowText" lastClr="000000"/>
      </a:dk1>
      <a:lt1>
        <a:sysClr val="window" lastClr="FFFFFF"/>
      </a:lt1>
      <a:dk2>
        <a:srgbClr val="002878"/>
      </a:dk2>
      <a:lt2>
        <a:srgbClr val="E7E6E6"/>
      </a:lt2>
      <a:accent1>
        <a:srgbClr val="406FD8"/>
      </a:accent1>
      <a:accent2>
        <a:srgbClr val="3E8853"/>
      </a:accent2>
      <a:accent3>
        <a:srgbClr val="FFCA08"/>
      </a:accent3>
      <a:accent4>
        <a:srgbClr val="FF8327"/>
      </a:accent4>
      <a:accent5>
        <a:srgbClr val="D32619"/>
      </a:accent5>
      <a:accent6>
        <a:srgbClr val="510CE6"/>
      </a:accent6>
      <a:hlink>
        <a:srgbClr val="467886"/>
      </a:hlink>
      <a:folHlink>
        <a:srgbClr val="96607D"/>
      </a:folHlink>
    </a:clrScheme>
    <a:fontScheme name="사용자 지정 7">
      <a:majorFont>
        <a:latin typeface="나눔스퀘어 네오 OTF Heavy"/>
        <a:ea typeface="나눔스퀘어 네오 OTF Heavy"/>
        <a:cs typeface=""/>
      </a:majorFont>
      <a:minorFont>
        <a:latin typeface="나눔스퀘어 네오 OTF Bold"/>
        <a:ea typeface="나눔스퀘어 네오 OTF Bold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120000"/>
          </a:lnSpc>
          <a:spcAft>
            <a:spcPts val="600"/>
          </a:spcAft>
          <a:defRPr sz="1000" dirty="0" smtClean="0">
            <a:latin typeface="나눔스퀘어 네오 OTF Regular" panose="00000500000000000000" pitchFamily="50" charset="-127"/>
            <a:ea typeface="나눔스퀘어 네오 OTF Regular" panose="00000500000000000000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1414</TotalTime>
  <Words>395</Words>
  <Application>Microsoft Office PowerPoint</Application>
  <PresentationFormat>화면 슬라이드 쇼(4:3)</PresentationFormat>
  <Paragraphs>80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3" baseType="lpstr">
      <vt:lpstr>나눔스퀘어 네오 OTF Bold</vt:lpstr>
      <vt:lpstr>나눔스퀘어 네오 OTF ExtraBold</vt:lpstr>
      <vt:lpstr>나눔스퀘어 네오 OTF Heavy</vt:lpstr>
      <vt:lpstr>나눔스퀘어 네오 OTF Light</vt:lpstr>
      <vt:lpstr>나눔스퀘어 네오 OTF Regular</vt:lpstr>
      <vt:lpstr>맑은 고딕</vt:lpstr>
      <vt:lpstr>Arial</vt:lpstr>
      <vt:lpstr>Wingdings</vt:lpstr>
      <vt:lpstr>1_Office 테마</vt:lpstr>
      <vt:lpstr>Rust 코드 기반 테스트를 위한 개발 프로젝트</vt:lpstr>
      <vt:lpstr>Rust 코드 기반 테스트를 위한 개발 프로젝트</vt:lpstr>
      <vt:lpstr>Rust 코드 기반 테스트를 위한 개발 프로젝트</vt:lpstr>
      <vt:lpstr>Rust 코드 기반 테스트를 위한 개발 프로젝트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RUST 실행 환경 구축 – VS Code</dc:title>
  <dc:creator>sure0</dc:creator>
  <cp:lastModifiedBy>suresoft</cp:lastModifiedBy>
  <cp:revision>484</cp:revision>
  <dcterms:created xsi:type="dcterms:W3CDTF">2026-03-04T02:54:12Z</dcterms:created>
  <dcterms:modified xsi:type="dcterms:W3CDTF">2026-03-25T02:53:59Z</dcterms:modified>
</cp:coreProperties>
</file>